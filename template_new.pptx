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5"/>
  </p:notesMasterIdLst>
  <p:sldIdLst>
    <p:sldId id="398" r:id="rId5"/>
    <p:sldId id="403" r:id="rId6"/>
    <p:sldId id="404" r:id="rId7"/>
    <p:sldId id="400" r:id="rId8"/>
    <p:sldId id="409" r:id="rId9"/>
    <p:sldId id="405" r:id="rId10"/>
    <p:sldId id="407" r:id="rId11"/>
    <p:sldId id="382" r:id="rId12"/>
    <p:sldId id="386" r:id="rId13"/>
    <p:sldId id="402" r:id="rId14"/>
  </p:sldIdLst>
  <p:sldSz cx="24382413" cy="13716000"/>
  <p:notesSz cx="6858000" cy="9144000"/>
  <p:defaultText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Simplified" id="{75DAC6BA-4AD0-9F4A-96BC-467445ABCD4A}">
          <p14:sldIdLst>
            <p14:sldId id="398"/>
            <p14:sldId id="403"/>
            <p14:sldId id="404"/>
            <p14:sldId id="400"/>
            <p14:sldId id="409"/>
            <p14:sldId id="405"/>
            <p14:sldId id="407"/>
            <p14:sldId id="382"/>
            <p14:sldId id="386"/>
            <p14:sldId id="4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4900"/>
    <a:srgbClr val="E6E6E6"/>
    <a:srgbClr val="E5EFF0"/>
    <a:srgbClr val="646E73"/>
    <a:srgbClr val="FFDFAF"/>
    <a:srgbClr val="FFECD1"/>
    <a:srgbClr val="FFD597"/>
    <a:srgbClr val="546972"/>
    <a:srgbClr val="254E70"/>
    <a:srgbClr val="007585"/>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9E2411-9A20-4F5A-B302-A6521E5073EA}" v="7" dt="2025-01-23T09:54:42.161"/>
  </p1510:revLst>
</p1510:revInfo>
</file>

<file path=ppt/tableStyles.xml><?xml version="1.0" encoding="utf-8"?>
<a:tblStyleLst xmlns:a="http://schemas.openxmlformats.org/drawingml/2006/main" def="{00A15C55-8517-42AA-B614-E9B94910E39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0" autoAdjust="0"/>
    <p:restoredTop sz="94660"/>
  </p:normalViewPr>
  <p:slideViewPr>
    <p:cSldViewPr snapToGrid="0">
      <p:cViewPr varScale="1">
        <p:scale>
          <a:sx n="39" d="100"/>
          <a:sy n="39" d="100"/>
        </p:scale>
        <p:origin x="101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598D5-A3FE-0C4E-B933-B87520E8EF4C}" type="datetimeFigureOut">
              <a:rPr lang="en-GB" smtClean="0"/>
              <a:t>23/01/2025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F102A-BCD4-D14F-9CE7-7BB6C2F4C31B}" type="slidenum">
              <a:rPr lang="en-GB" smtClean="0"/>
              <a:t>‹#›</a:t>
            </a:fld>
            <a:endParaRPr lang="en-GB"/>
          </a:p>
        </p:txBody>
      </p:sp>
    </p:spTree>
    <p:extLst>
      <p:ext uri="{BB962C8B-B14F-4D97-AF65-F5344CB8AC3E}">
        <p14:creationId xmlns:p14="http://schemas.microsoft.com/office/powerpoint/2010/main" val="1389160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1</a:t>
            </a:fld>
            <a:endParaRPr lang="en-GB"/>
          </a:p>
        </p:txBody>
      </p:sp>
    </p:spTree>
    <p:extLst>
      <p:ext uri="{BB962C8B-B14F-4D97-AF65-F5344CB8AC3E}">
        <p14:creationId xmlns:p14="http://schemas.microsoft.com/office/powerpoint/2010/main" val="118579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2</a:t>
            </a:fld>
            <a:endParaRPr lang="en-GB"/>
          </a:p>
        </p:txBody>
      </p:sp>
    </p:spTree>
    <p:extLst>
      <p:ext uri="{BB962C8B-B14F-4D97-AF65-F5344CB8AC3E}">
        <p14:creationId xmlns:p14="http://schemas.microsoft.com/office/powerpoint/2010/main" val="2666203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3</a:t>
            </a:fld>
            <a:endParaRPr lang="en-GB"/>
          </a:p>
        </p:txBody>
      </p:sp>
    </p:spTree>
    <p:extLst>
      <p:ext uri="{BB962C8B-B14F-4D97-AF65-F5344CB8AC3E}">
        <p14:creationId xmlns:p14="http://schemas.microsoft.com/office/powerpoint/2010/main" val="1418077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4</a:t>
            </a:fld>
            <a:endParaRPr lang="en-GB"/>
          </a:p>
        </p:txBody>
      </p:sp>
    </p:spTree>
    <p:extLst>
      <p:ext uri="{BB962C8B-B14F-4D97-AF65-F5344CB8AC3E}">
        <p14:creationId xmlns:p14="http://schemas.microsoft.com/office/powerpoint/2010/main" val="2451174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5</a:t>
            </a:fld>
            <a:endParaRPr lang="en-GB"/>
          </a:p>
        </p:txBody>
      </p:sp>
    </p:spTree>
    <p:extLst>
      <p:ext uri="{BB962C8B-B14F-4D97-AF65-F5344CB8AC3E}">
        <p14:creationId xmlns:p14="http://schemas.microsoft.com/office/powerpoint/2010/main" val="3288489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6</a:t>
            </a:fld>
            <a:endParaRPr lang="en-GB"/>
          </a:p>
        </p:txBody>
      </p:sp>
    </p:spTree>
    <p:extLst>
      <p:ext uri="{BB962C8B-B14F-4D97-AF65-F5344CB8AC3E}">
        <p14:creationId xmlns:p14="http://schemas.microsoft.com/office/powerpoint/2010/main" val="175981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7</a:t>
            </a:fld>
            <a:endParaRPr lang="en-GB"/>
          </a:p>
        </p:txBody>
      </p:sp>
    </p:spTree>
    <p:extLst>
      <p:ext uri="{BB962C8B-B14F-4D97-AF65-F5344CB8AC3E}">
        <p14:creationId xmlns:p14="http://schemas.microsoft.com/office/powerpoint/2010/main" val="2430741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8</a:t>
            </a:fld>
            <a:endParaRPr lang="en-GB"/>
          </a:p>
        </p:txBody>
      </p:sp>
    </p:spTree>
    <p:extLst>
      <p:ext uri="{BB962C8B-B14F-4D97-AF65-F5344CB8AC3E}">
        <p14:creationId xmlns:p14="http://schemas.microsoft.com/office/powerpoint/2010/main" val="3633869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9</a:t>
            </a:fld>
            <a:endParaRPr lang="en-GB"/>
          </a:p>
        </p:txBody>
      </p:sp>
    </p:spTree>
    <p:extLst>
      <p:ext uri="{BB962C8B-B14F-4D97-AF65-F5344CB8AC3E}">
        <p14:creationId xmlns:p14="http://schemas.microsoft.com/office/powerpoint/2010/main" val="89735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6AF102A-BCD4-D14F-9CE7-7BB6C2F4C31B}" type="slidenum">
              <a:rPr lang="en-GB" smtClean="0"/>
              <a:t>10</a:t>
            </a:fld>
            <a:endParaRPr lang="en-GB"/>
          </a:p>
        </p:txBody>
      </p:sp>
    </p:spTree>
    <p:extLst>
      <p:ext uri="{BB962C8B-B14F-4D97-AF65-F5344CB8AC3E}">
        <p14:creationId xmlns:p14="http://schemas.microsoft.com/office/powerpoint/2010/main" val="11054282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6.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4.svg"/><Relationship Id="rId7"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219AE6-5765-BDE0-B209-6D2F8D16B60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763" y="-1"/>
            <a:ext cx="24387175" cy="13716001"/>
          </a:xfrm>
          <a:prstGeom prst="rect">
            <a:avLst/>
          </a:prstGeom>
        </p:spPr>
      </p:pic>
      <p:sp>
        <p:nvSpPr>
          <p:cNvPr id="4" name="Rectangle 3">
            <a:extLst>
              <a:ext uri="{FF2B5EF4-FFF2-40B4-BE49-F238E27FC236}">
                <a16:creationId xmlns:a16="http://schemas.microsoft.com/office/drawing/2014/main" id="{262FB206-C8ED-1D9B-D30A-86FF9D098B4E}"/>
              </a:ext>
            </a:extLst>
          </p:cNvPr>
          <p:cNvSpPr/>
          <p:nvPr userDrawn="1"/>
        </p:nvSpPr>
        <p:spPr>
          <a:xfrm>
            <a:off x="0" y="-1"/>
            <a:ext cx="24382413" cy="13716000"/>
          </a:xfrm>
          <a:prstGeom prst="rect">
            <a:avLst/>
          </a:prstGeom>
          <a:solidFill>
            <a:srgbClr val="007585">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000" b="0" i="0">
              <a:solidFill>
                <a:schemeClr val="tx2"/>
              </a:solidFill>
              <a:latin typeface="Helvetica Now Text" panose="020B0504030202020204" pitchFamily="34" charset="77"/>
            </a:endParaRPr>
          </a:p>
        </p:txBody>
      </p:sp>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2178" y="786384"/>
            <a:ext cx="1499330" cy="575981"/>
          </a:xfrm>
          <a:prstGeom prst="rect">
            <a:avLst/>
          </a:prstGeom>
        </p:spPr>
      </p:pic>
      <p:sp>
        <p:nvSpPr>
          <p:cNvPr id="15" name="Footer Placeholder 3">
            <a:extLst>
              <a:ext uri="{FF2B5EF4-FFF2-40B4-BE49-F238E27FC236}">
                <a16:creationId xmlns:a16="http://schemas.microsoft.com/office/drawing/2014/main" id="{4B6B1ED1-5316-E04D-A8BF-883351F21FBC}"/>
              </a:ext>
            </a:extLst>
          </p:cNvPr>
          <p:cNvSpPr>
            <a:spLocks noGrp="1"/>
          </p:cNvSpPr>
          <p:nvPr>
            <p:ph type="ftr" sz="quarter" idx="3"/>
          </p:nvPr>
        </p:nvSpPr>
        <p:spPr>
          <a:xfrm>
            <a:off x="732915" y="12554568"/>
            <a:ext cx="6883909" cy="730250"/>
          </a:xfrm>
          <a:prstGeom prst="rect">
            <a:avLst/>
          </a:prstGeom>
        </p:spPr>
        <p:txBody>
          <a:bodyPr vert="horz" wrap="square" lIns="0" tIns="0" rIns="0" bIns="0" rtlCol="0" anchor="ctr"/>
          <a:lstStyle>
            <a:lvl1pPr marL="0" marR="0" indent="0" algn="l" defTabSz="1828709" rtl="0" eaLnBrk="1" fontAlgn="auto" latinLnBrk="0" hangingPunct="1">
              <a:lnSpc>
                <a:spcPct val="100000"/>
              </a:lnSpc>
              <a:spcBef>
                <a:spcPts val="0"/>
              </a:spcBef>
              <a:spcAft>
                <a:spcPts val="0"/>
              </a:spcAft>
              <a:buClrTx/>
              <a:buSzTx/>
              <a:buFontTx/>
              <a:buNone/>
              <a:tabLst/>
              <a:defRPr sz="800" b="0" i="0">
                <a:solidFill>
                  <a:schemeClr val="bg1"/>
                </a:solidFill>
                <a:latin typeface="Helvetica Now Text" panose="020B0504030202020204" pitchFamily="34" charset="77"/>
              </a:defRPr>
            </a:lvl1pPr>
          </a:lstStyle>
          <a:p>
            <a:r>
              <a:rPr lang="en-GB"/>
              <a:t>Legal Copy Helvetica Regular 8/9.6 AA Gray</a:t>
            </a:r>
          </a:p>
        </p:txBody>
      </p:sp>
      <p:sp>
        <p:nvSpPr>
          <p:cNvPr id="17" name="Text Placeholder 4">
            <a:extLst>
              <a:ext uri="{FF2B5EF4-FFF2-40B4-BE49-F238E27FC236}">
                <a16:creationId xmlns:a16="http://schemas.microsoft.com/office/drawing/2014/main" id="{DF511AC0-4696-F14A-A241-063B95D00CE3}"/>
              </a:ext>
            </a:extLst>
          </p:cNvPr>
          <p:cNvSpPr>
            <a:spLocks noGrp="1"/>
          </p:cNvSpPr>
          <p:nvPr>
            <p:ph type="body" sz="quarter" idx="16" hasCustomPrompt="1"/>
          </p:nvPr>
        </p:nvSpPr>
        <p:spPr>
          <a:xfrm>
            <a:off x="732916" y="3124200"/>
            <a:ext cx="6883910" cy="8803943"/>
          </a:xfrm>
        </p:spPr>
        <p:txBody>
          <a:bodyPr/>
          <a:lstStyle>
            <a:lvl1pPr marL="0" marR="0" indent="0" algn="l" defTabSz="1828709" rtl="0" eaLnBrk="1" fontAlgn="auto" latinLnBrk="0" hangingPunct="1">
              <a:lnSpc>
                <a:spcPct val="100000"/>
              </a:lnSpc>
              <a:spcBef>
                <a:spcPts val="1400"/>
              </a:spcBef>
              <a:spcAft>
                <a:spcPts val="1400"/>
              </a:spcAft>
              <a:buClrTx/>
              <a:buSzTx/>
              <a:buFont typeface="Arial" panose="020B0604020202020204" pitchFamily="34" charset="0"/>
              <a:buNone/>
              <a:tabLst/>
              <a:defRPr sz="6000">
                <a:solidFill>
                  <a:schemeClr val="bg1"/>
                </a:solidFill>
              </a:defRPr>
            </a:lvl1pPr>
            <a:lvl2pPr>
              <a:lnSpc>
                <a:spcPct val="100000"/>
              </a:lnSpc>
              <a:spcBef>
                <a:spcPts val="1000"/>
              </a:spcBef>
              <a:defRPr sz="4000">
                <a:solidFill>
                  <a:schemeClr val="bg1"/>
                </a:solidFill>
              </a:defRPr>
            </a:lvl2pPr>
            <a:lvl3pPr marL="0" indent="0">
              <a:lnSpc>
                <a:spcPct val="100000"/>
              </a:lnSpc>
              <a:spcBef>
                <a:spcPts val="4000"/>
              </a:spcBef>
              <a:spcAft>
                <a:spcPts val="1000"/>
              </a:spcAft>
              <a:buNone/>
              <a:defRPr sz="2400">
                <a:solidFill>
                  <a:schemeClr val="bg1"/>
                </a:solidFill>
              </a:defRPr>
            </a:lvl3pPr>
            <a:lvl4pPr marL="0" indent="0">
              <a:lnSpc>
                <a:spcPct val="100000"/>
              </a:lnSpc>
              <a:spcBef>
                <a:spcPts val="1000"/>
              </a:spcBef>
              <a:spcAft>
                <a:spcPts val="1000"/>
              </a:spcAft>
              <a:buNone/>
              <a:tabLst/>
              <a:defRPr>
                <a:solidFill>
                  <a:schemeClr val="bg1"/>
                </a:solidFill>
              </a:defRPr>
            </a:lvl4pPr>
            <a:lvl5pPr marL="0" indent="0">
              <a:lnSpc>
                <a:spcPct val="100000"/>
              </a:lnSpc>
              <a:spcBef>
                <a:spcPts val="1000"/>
              </a:spcBef>
              <a:spcAft>
                <a:spcPts val="1000"/>
              </a:spcAft>
              <a:buNone/>
              <a:tabLst/>
              <a:defRPr>
                <a:solidFill>
                  <a:schemeClr val="bg1"/>
                </a:solidFill>
              </a:defRPr>
            </a:lvl5pPr>
          </a:lstStyle>
          <a:p>
            <a:pPr marL="0" marR="0" lvl="0" indent="0" algn="l" defTabSz="1828709" rtl="0" eaLnBrk="1" fontAlgn="auto" latinLnBrk="0" hangingPunct="1">
              <a:lnSpc>
                <a:spcPct val="100000"/>
              </a:lnSpc>
              <a:spcBef>
                <a:spcPts val="1400"/>
              </a:spcBef>
              <a:spcAft>
                <a:spcPts val="1400"/>
              </a:spcAft>
              <a:buClrTx/>
              <a:buSzTx/>
              <a:buFont typeface="Arial" panose="020B0604020202020204" pitchFamily="34" charset="0"/>
              <a:buNone/>
              <a:tabLst/>
              <a:defRPr/>
            </a:pPr>
            <a:r>
              <a:rPr lang="en-GB"/>
              <a:t>First level – title. Second level – subtitle. Third level – date</a:t>
            </a:r>
          </a:p>
          <a:p>
            <a:pPr lvl="1"/>
            <a:r>
              <a:rPr lang="en-GB"/>
              <a:t>Second level</a:t>
            </a:r>
          </a:p>
          <a:p>
            <a:pPr lvl="2"/>
            <a:r>
              <a:rPr lang="en-GB"/>
              <a:t>Third level – date</a:t>
            </a:r>
          </a:p>
          <a:p>
            <a:pPr lvl="3"/>
            <a:r>
              <a:rPr lang="en-GB"/>
              <a:t>Fourth level</a:t>
            </a:r>
          </a:p>
          <a:p>
            <a:pPr lvl="4"/>
            <a:r>
              <a:rPr lang="en-GB"/>
              <a:t>Fifth level</a:t>
            </a:r>
          </a:p>
        </p:txBody>
      </p:sp>
      <p:sp>
        <p:nvSpPr>
          <p:cNvPr id="5" name="Picture Placeholder 4">
            <a:extLst>
              <a:ext uri="{FF2B5EF4-FFF2-40B4-BE49-F238E27FC236}">
                <a16:creationId xmlns:a16="http://schemas.microsoft.com/office/drawing/2014/main" id="{E0DB239D-B414-3A73-775A-7DEFFFA32866}"/>
              </a:ext>
            </a:extLst>
          </p:cNvPr>
          <p:cNvSpPr>
            <a:spLocks noGrp="1"/>
          </p:cNvSpPr>
          <p:nvPr>
            <p:ph type="pic" sz="quarter" idx="17"/>
          </p:nvPr>
        </p:nvSpPr>
        <p:spPr>
          <a:xfrm>
            <a:off x="8381387" y="914399"/>
            <a:ext cx="15237438" cy="12036425"/>
          </a:xfrm>
        </p:spPr>
        <p:txBody>
          <a:bodyPr anchor="ctr"/>
          <a:lstStyle>
            <a:lvl1pPr algn="ctr">
              <a:defRPr/>
            </a:lvl1pPr>
          </a:lstStyle>
          <a:p>
            <a:r>
              <a:rPr lang="en-GB"/>
              <a:t>Click icon to add picture</a:t>
            </a:r>
          </a:p>
          <a:p>
            <a:endParaRPr lang="en-GB"/>
          </a:p>
          <a:p>
            <a:endParaRPr lang="en-GB"/>
          </a:p>
        </p:txBody>
      </p:sp>
    </p:spTree>
    <p:extLst>
      <p:ext uri="{BB962C8B-B14F-4D97-AF65-F5344CB8AC3E}">
        <p14:creationId xmlns:p14="http://schemas.microsoft.com/office/powerpoint/2010/main" val="3644086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3DB300-049E-9C4A-D53F-6E01647E3439}"/>
              </a:ext>
            </a:extLst>
          </p:cNvPr>
          <p:cNvSpPr/>
          <p:nvPr userDrawn="1"/>
        </p:nvSpPr>
        <p:spPr>
          <a:xfrm>
            <a:off x="0" y="6954"/>
            <a:ext cx="3806825" cy="13716000"/>
          </a:xfrm>
          <a:prstGeom prst="rect">
            <a:avLst/>
          </a:prstGeom>
          <a:solidFill>
            <a:srgbClr val="007585">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828709" rtl="1" eaLnBrk="1" latinLnBrk="0" hangingPunct="1"/>
            <a:endParaRPr lang="en-GB" b="0" i="0">
              <a:latin typeface="Helvetica Now Text" panose="020B0504030202020204" pitchFamily="34" charset="77"/>
            </a:endParaRPr>
          </a:p>
        </p:txBody>
      </p:sp>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552603" y="761999"/>
            <a:ext cx="1522235" cy="575981"/>
          </a:xfrm>
          <a:prstGeom prst="rect">
            <a:avLst/>
          </a:prstGeom>
        </p:spPr>
      </p:pic>
      <p:sp>
        <p:nvSpPr>
          <p:cNvPr id="14" name="Footer Placeholder 3">
            <a:extLst>
              <a:ext uri="{FF2B5EF4-FFF2-40B4-BE49-F238E27FC236}">
                <a16:creationId xmlns:a16="http://schemas.microsoft.com/office/drawing/2014/main" id="{30289A73-F916-7D49-91A7-392E2BAF8B2D}"/>
              </a:ext>
            </a:extLst>
          </p:cNvPr>
          <p:cNvSpPr>
            <a:spLocks noGrp="1"/>
          </p:cNvSpPr>
          <p:nvPr>
            <p:ph type="ftr" sz="quarter" idx="3"/>
          </p:nvPr>
        </p:nvSpPr>
        <p:spPr>
          <a:xfrm>
            <a:off x="16728291" y="12554568"/>
            <a:ext cx="6899365"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2"/>
                </a:solidFill>
                <a:latin typeface="Helvetica Now Text" panose="020B0504030202020204" pitchFamily="34" charset="77"/>
              </a:defRPr>
            </a:lvl1pPr>
          </a:lstStyle>
          <a:p>
            <a:r>
              <a:rPr lang="en-GB"/>
              <a:t>Legal Copy Helvetica Regular 8/9.6 Black</a:t>
            </a:r>
          </a:p>
        </p:txBody>
      </p:sp>
      <p:sp>
        <p:nvSpPr>
          <p:cNvPr id="16" name="Text Placeholder 4">
            <a:extLst>
              <a:ext uri="{FF2B5EF4-FFF2-40B4-BE49-F238E27FC236}">
                <a16:creationId xmlns:a16="http://schemas.microsoft.com/office/drawing/2014/main" id="{C47AFE81-DA8A-134F-B52C-C13A80B71350}"/>
              </a:ext>
            </a:extLst>
          </p:cNvPr>
          <p:cNvSpPr>
            <a:spLocks noGrp="1"/>
          </p:cNvSpPr>
          <p:nvPr>
            <p:ph type="body" sz="quarter" idx="16" hasCustomPrompt="1"/>
          </p:nvPr>
        </p:nvSpPr>
        <p:spPr>
          <a:xfrm>
            <a:off x="14474825" y="3124200"/>
            <a:ext cx="6883910" cy="8877300"/>
          </a:xfrm>
        </p:spPr>
        <p:txBody>
          <a:bodyPr/>
          <a:lstStyle>
            <a:lvl1pPr marL="0" marR="0" indent="0" algn="l" defTabSz="1828709" rtl="0" eaLnBrk="1" fontAlgn="auto" latinLnBrk="0" hangingPunct="1">
              <a:lnSpc>
                <a:spcPct val="100000"/>
              </a:lnSpc>
              <a:spcBef>
                <a:spcPts val="1400"/>
              </a:spcBef>
              <a:spcAft>
                <a:spcPts val="1400"/>
              </a:spcAft>
              <a:buClrTx/>
              <a:buSzTx/>
              <a:buFont typeface="Arial" panose="020B0604020202020204" pitchFamily="34" charset="0"/>
              <a:buNone/>
              <a:tabLst/>
              <a:defRPr sz="6000">
                <a:solidFill>
                  <a:srgbClr val="007585"/>
                </a:solidFill>
              </a:defRPr>
            </a:lvl1pPr>
            <a:lvl2pPr>
              <a:lnSpc>
                <a:spcPct val="100000"/>
              </a:lnSpc>
              <a:spcBef>
                <a:spcPts val="1000"/>
              </a:spcBef>
              <a:defRPr sz="4000">
                <a:solidFill>
                  <a:srgbClr val="262836"/>
                </a:solidFill>
              </a:defRPr>
            </a:lvl2pPr>
            <a:lvl3pPr marL="0" indent="0">
              <a:lnSpc>
                <a:spcPct val="100000"/>
              </a:lnSpc>
              <a:spcBef>
                <a:spcPts val="4000"/>
              </a:spcBef>
              <a:spcAft>
                <a:spcPts val="1000"/>
              </a:spcAft>
              <a:buNone/>
              <a:defRPr sz="2400">
                <a:solidFill>
                  <a:srgbClr val="262836"/>
                </a:solidFill>
              </a:defRPr>
            </a:lvl3pPr>
            <a:lvl4pPr marL="0" indent="0">
              <a:lnSpc>
                <a:spcPct val="100000"/>
              </a:lnSpc>
              <a:spcBef>
                <a:spcPts val="1000"/>
              </a:spcBef>
              <a:spcAft>
                <a:spcPts val="1000"/>
              </a:spcAft>
              <a:buNone/>
              <a:tabLst/>
              <a:defRPr>
                <a:solidFill>
                  <a:srgbClr val="262836"/>
                </a:solidFill>
              </a:defRPr>
            </a:lvl4pPr>
            <a:lvl5pPr marL="0" indent="0">
              <a:lnSpc>
                <a:spcPct val="100000"/>
              </a:lnSpc>
              <a:spcBef>
                <a:spcPts val="1000"/>
              </a:spcBef>
              <a:spcAft>
                <a:spcPts val="1000"/>
              </a:spcAft>
              <a:buNone/>
              <a:tabLst/>
              <a:defRPr>
                <a:solidFill>
                  <a:srgbClr val="262836"/>
                </a:solidFill>
              </a:defRPr>
            </a:lvl5pPr>
          </a:lstStyle>
          <a:p>
            <a:pPr marL="0" marR="0" lvl="0" indent="0" algn="l" defTabSz="1828709" rtl="0" eaLnBrk="1" fontAlgn="auto" latinLnBrk="0" hangingPunct="1">
              <a:lnSpc>
                <a:spcPct val="100000"/>
              </a:lnSpc>
              <a:spcBef>
                <a:spcPts val="1400"/>
              </a:spcBef>
              <a:spcAft>
                <a:spcPts val="1400"/>
              </a:spcAft>
              <a:buClrTx/>
              <a:buSzTx/>
              <a:buFont typeface="Arial" panose="020B0604020202020204" pitchFamily="34" charset="0"/>
              <a:buNone/>
              <a:tabLst/>
              <a:defRPr/>
            </a:pPr>
            <a:r>
              <a:rPr lang="en-GB"/>
              <a:t>First level – title. Second level – subtitle. Third level – date</a:t>
            </a:r>
          </a:p>
          <a:p>
            <a:pPr lvl="1"/>
            <a:r>
              <a:rPr lang="en-GB"/>
              <a:t>Second level</a:t>
            </a:r>
          </a:p>
          <a:p>
            <a:pPr lvl="2"/>
            <a:r>
              <a:rPr lang="en-GB"/>
              <a:t>Third level – date</a:t>
            </a:r>
          </a:p>
          <a:p>
            <a:pPr lvl="3"/>
            <a:r>
              <a:rPr lang="en-GB"/>
              <a:t>Fourth level</a:t>
            </a:r>
          </a:p>
          <a:p>
            <a:pPr lvl="4"/>
            <a:r>
              <a:rPr lang="en-GB"/>
              <a:t>Fifth level</a:t>
            </a:r>
          </a:p>
        </p:txBody>
      </p:sp>
      <p:sp>
        <p:nvSpPr>
          <p:cNvPr id="23" name="Rectangle 22">
            <a:extLst>
              <a:ext uri="{FF2B5EF4-FFF2-40B4-BE49-F238E27FC236}">
                <a16:creationId xmlns:a16="http://schemas.microsoft.com/office/drawing/2014/main" id="{C1D153F6-0273-4E4C-8184-BC1465E882EB}"/>
              </a:ext>
            </a:extLst>
          </p:cNvPr>
          <p:cNvSpPr/>
          <p:nvPr userDrawn="1"/>
        </p:nvSpPr>
        <p:spPr>
          <a:xfrm>
            <a:off x="0" y="0"/>
            <a:ext cx="754757" cy="13716000"/>
          </a:xfrm>
          <a:prstGeom prst="rect">
            <a:avLst/>
          </a:prstGeom>
          <a:solidFill>
            <a:srgbClr val="0075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1828709" rtl="1" eaLnBrk="1" latinLnBrk="0" hangingPunct="1"/>
            <a:endParaRPr lang="en-GB" b="0" i="0">
              <a:latin typeface="Helvetica Now Text" panose="020B0504030202020204" pitchFamily="34" charset="77"/>
            </a:endParaRPr>
          </a:p>
        </p:txBody>
      </p:sp>
      <p:sp>
        <p:nvSpPr>
          <p:cNvPr id="5" name="Picture Placeholder 4">
            <a:extLst>
              <a:ext uri="{FF2B5EF4-FFF2-40B4-BE49-F238E27FC236}">
                <a16:creationId xmlns:a16="http://schemas.microsoft.com/office/drawing/2014/main" id="{D93AC3A3-ADDE-A0B3-2746-1F9C96C62A92}"/>
              </a:ext>
            </a:extLst>
          </p:cNvPr>
          <p:cNvSpPr>
            <a:spLocks noGrp="1"/>
          </p:cNvSpPr>
          <p:nvPr>
            <p:ph type="pic" sz="quarter" idx="17"/>
          </p:nvPr>
        </p:nvSpPr>
        <p:spPr>
          <a:xfrm>
            <a:off x="0" y="0"/>
            <a:ext cx="12952413" cy="13716000"/>
          </a:xfrm>
        </p:spPr>
        <p:txBody>
          <a:bodyPr anchor="ctr"/>
          <a:lstStyle>
            <a:lvl1pPr algn="ctr">
              <a:defRPr/>
            </a:lvl1pPr>
          </a:lstStyle>
          <a:p>
            <a:r>
              <a:rPr lang="en-GB"/>
              <a:t>Click icon to add picture</a:t>
            </a:r>
          </a:p>
          <a:p>
            <a:endParaRPr lang="en-GB"/>
          </a:p>
          <a:p>
            <a:endParaRPr lang="en-GB"/>
          </a:p>
        </p:txBody>
      </p:sp>
    </p:spTree>
    <p:extLst>
      <p:ext uri="{BB962C8B-B14F-4D97-AF65-F5344CB8AC3E}">
        <p14:creationId xmlns:p14="http://schemas.microsoft.com/office/powerpoint/2010/main" val="2264797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p:bg>
      <p:bgPr>
        <a:solidFill>
          <a:schemeClr val="bg1"/>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72D04E61-2D3B-9343-8D58-063CF0CCE7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523499" y="786384"/>
            <a:ext cx="1499330" cy="575981"/>
          </a:xfrm>
          <a:prstGeom prst="rect">
            <a:avLst/>
          </a:prstGeom>
        </p:spPr>
      </p:pic>
      <p:sp>
        <p:nvSpPr>
          <p:cNvPr id="10" name="Rectangle 9">
            <a:extLst>
              <a:ext uri="{FF2B5EF4-FFF2-40B4-BE49-F238E27FC236}">
                <a16:creationId xmlns:a16="http://schemas.microsoft.com/office/drawing/2014/main" id="{04D167EB-636E-2F49-8D89-130717900AF3}"/>
              </a:ext>
            </a:extLst>
          </p:cNvPr>
          <p:cNvSpPr/>
          <p:nvPr/>
        </p:nvSpPr>
        <p:spPr>
          <a:xfrm>
            <a:off x="0" y="0"/>
            <a:ext cx="757442" cy="137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Helvetica Now Text" panose="020B0504030202020204" pitchFamily="34" charset="77"/>
            </a:endParaRPr>
          </a:p>
        </p:txBody>
      </p:sp>
      <p:sp>
        <p:nvSpPr>
          <p:cNvPr id="5" name="Footer Placeholder 3">
            <a:extLst>
              <a:ext uri="{FF2B5EF4-FFF2-40B4-BE49-F238E27FC236}">
                <a16:creationId xmlns:a16="http://schemas.microsoft.com/office/drawing/2014/main" id="{A92F0540-6983-A44E-ADEC-5C865A728096}"/>
              </a:ext>
            </a:extLst>
          </p:cNvPr>
          <p:cNvSpPr>
            <a:spLocks noGrp="1"/>
          </p:cNvSpPr>
          <p:nvPr>
            <p:ph type="ftr" sz="quarter" idx="3"/>
          </p:nvPr>
        </p:nvSpPr>
        <p:spPr>
          <a:xfrm>
            <a:off x="1496791" y="12554568"/>
            <a:ext cx="7642447" cy="730250"/>
          </a:xfrm>
          <a:prstGeom prst="rect">
            <a:avLst/>
          </a:prstGeom>
        </p:spPr>
        <p:txBody>
          <a:bodyPr vert="horz" wrap="square" lIns="0" tIns="0" rIns="0" bIns="0" rtlCol="0" anchor="ctr"/>
          <a:lstStyle>
            <a:lvl1pPr marL="0" marR="0" indent="0" algn="l"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8" name="Text Placeholder 4">
            <a:extLst>
              <a:ext uri="{FF2B5EF4-FFF2-40B4-BE49-F238E27FC236}">
                <a16:creationId xmlns:a16="http://schemas.microsoft.com/office/drawing/2014/main" id="{FCC3EC69-B9C7-4C47-85A4-98ABD550A2DB}"/>
              </a:ext>
            </a:extLst>
          </p:cNvPr>
          <p:cNvSpPr>
            <a:spLocks noGrp="1"/>
          </p:cNvSpPr>
          <p:nvPr>
            <p:ph type="body" sz="quarter" idx="16" hasCustomPrompt="1"/>
          </p:nvPr>
        </p:nvSpPr>
        <p:spPr>
          <a:xfrm>
            <a:off x="1496791" y="3124200"/>
            <a:ext cx="7642447" cy="8877300"/>
          </a:xfrm>
        </p:spPr>
        <p:txBody>
          <a:bodyPr/>
          <a:lstStyle>
            <a:lvl1pPr>
              <a:spcBef>
                <a:spcPts val="1400"/>
              </a:spcBef>
              <a:defRPr sz="6000">
                <a:solidFill>
                  <a:srgbClr val="007585"/>
                </a:solidFill>
              </a:defRPr>
            </a:lvl1pPr>
            <a:lvl2pPr>
              <a:lnSpc>
                <a:spcPct val="100000"/>
              </a:lnSpc>
              <a:spcBef>
                <a:spcPts val="1000"/>
              </a:spcBef>
              <a:defRPr sz="4000">
                <a:solidFill>
                  <a:srgbClr val="262836"/>
                </a:solidFill>
              </a:defRPr>
            </a:lvl2pPr>
            <a:lvl3pPr marL="0" indent="0">
              <a:lnSpc>
                <a:spcPct val="100000"/>
              </a:lnSpc>
              <a:spcBef>
                <a:spcPts val="4000"/>
              </a:spcBef>
              <a:spcAft>
                <a:spcPts val="1000"/>
              </a:spcAft>
              <a:buNone/>
              <a:defRPr sz="2400">
                <a:solidFill>
                  <a:srgbClr val="262836"/>
                </a:solidFill>
              </a:defRPr>
            </a:lvl3pPr>
            <a:lvl4pPr marL="0" indent="0">
              <a:lnSpc>
                <a:spcPct val="100000"/>
              </a:lnSpc>
              <a:spcBef>
                <a:spcPts val="1000"/>
              </a:spcBef>
              <a:spcAft>
                <a:spcPts val="1000"/>
              </a:spcAft>
              <a:buNone/>
              <a:tabLst/>
              <a:defRPr>
                <a:solidFill>
                  <a:srgbClr val="262836"/>
                </a:solidFill>
              </a:defRPr>
            </a:lvl4pPr>
            <a:lvl5pPr marL="0" indent="0">
              <a:lnSpc>
                <a:spcPct val="100000"/>
              </a:lnSpc>
              <a:spcBef>
                <a:spcPts val="1000"/>
              </a:spcBef>
              <a:spcAft>
                <a:spcPts val="1000"/>
              </a:spcAft>
              <a:buNone/>
              <a:tabLst/>
              <a:defRPr>
                <a:solidFill>
                  <a:srgbClr val="262836"/>
                </a:solidFill>
              </a:defRPr>
            </a:lvl5pPr>
          </a:lstStyle>
          <a:p>
            <a:pPr lvl="0"/>
            <a:r>
              <a:rPr lang="en-GB"/>
              <a:t>First level – title. Second level – subtitle. Third level – date</a:t>
            </a:r>
          </a:p>
          <a:p>
            <a:pPr lvl="1"/>
            <a:r>
              <a:rPr lang="en-GB"/>
              <a:t>Second level </a:t>
            </a:r>
          </a:p>
          <a:p>
            <a:pPr lvl="2"/>
            <a:r>
              <a:rPr lang="en-GB"/>
              <a:t>Third level – date</a:t>
            </a:r>
          </a:p>
          <a:p>
            <a:pPr lvl="3"/>
            <a:r>
              <a:rPr lang="en-GB"/>
              <a:t>Fourth level</a:t>
            </a:r>
          </a:p>
          <a:p>
            <a:pPr lvl="4"/>
            <a:r>
              <a:rPr lang="en-GB"/>
              <a:t>Fifth level</a:t>
            </a:r>
          </a:p>
        </p:txBody>
      </p:sp>
      <p:sp>
        <p:nvSpPr>
          <p:cNvPr id="7" name="Rectangle 6">
            <a:extLst>
              <a:ext uri="{FF2B5EF4-FFF2-40B4-BE49-F238E27FC236}">
                <a16:creationId xmlns:a16="http://schemas.microsoft.com/office/drawing/2014/main" id="{09E8FF82-9FAC-4581-9739-8ED0F45E39D0}"/>
              </a:ext>
            </a:extLst>
          </p:cNvPr>
          <p:cNvSpPr/>
          <p:nvPr/>
        </p:nvSpPr>
        <p:spPr>
          <a:xfrm>
            <a:off x="0" y="0"/>
            <a:ext cx="757442" cy="137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Helvetica Now Text" panose="020B0504030202020204" pitchFamily="34" charset="77"/>
            </a:endParaRPr>
          </a:p>
        </p:txBody>
      </p:sp>
      <p:sp>
        <p:nvSpPr>
          <p:cNvPr id="9" name="Rectangle 8">
            <a:extLst>
              <a:ext uri="{FF2B5EF4-FFF2-40B4-BE49-F238E27FC236}">
                <a16:creationId xmlns:a16="http://schemas.microsoft.com/office/drawing/2014/main" id="{55B47DCA-40C1-444E-9D66-A19EA7134745}"/>
              </a:ext>
            </a:extLst>
          </p:cNvPr>
          <p:cNvSpPr/>
          <p:nvPr/>
        </p:nvSpPr>
        <p:spPr>
          <a:xfrm>
            <a:off x="0" y="0"/>
            <a:ext cx="757442" cy="1371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Helvetica Now Text" panose="020B0504030202020204" pitchFamily="34" charset="77"/>
            </a:endParaRPr>
          </a:p>
        </p:txBody>
      </p:sp>
      <p:sp>
        <p:nvSpPr>
          <p:cNvPr id="11" name="Rectangle 10">
            <a:extLst>
              <a:ext uri="{FF2B5EF4-FFF2-40B4-BE49-F238E27FC236}">
                <a16:creationId xmlns:a16="http://schemas.microsoft.com/office/drawing/2014/main" id="{72A54C3F-2C4A-434B-BA94-298A23CFAE6A}"/>
              </a:ext>
            </a:extLst>
          </p:cNvPr>
          <p:cNvSpPr/>
          <p:nvPr userDrawn="1"/>
        </p:nvSpPr>
        <p:spPr>
          <a:xfrm>
            <a:off x="0" y="0"/>
            <a:ext cx="757442" cy="13716000"/>
          </a:xfrm>
          <a:prstGeom prst="rect">
            <a:avLst/>
          </a:prstGeom>
          <a:solidFill>
            <a:srgbClr val="0075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Helvetica Now Text" panose="020B0504030202020204" pitchFamily="34" charset="77"/>
            </a:endParaRPr>
          </a:p>
        </p:txBody>
      </p:sp>
      <p:sp>
        <p:nvSpPr>
          <p:cNvPr id="4" name="Picture Placeholder 3">
            <a:extLst>
              <a:ext uri="{FF2B5EF4-FFF2-40B4-BE49-F238E27FC236}">
                <a16:creationId xmlns:a16="http://schemas.microsoft.com/office/drawing/2014/main" id="{53FAE614-7B0E-A57A-B44E-D8A9CB8BF26F}"/>
              </a:ext>
            </a:extLst>
          </p:cNvPr>
          <p:cNvSpPr>
            <a:spLocks noGrp="1"/>
          </p:cNvSpPr>
          <p:nvPr>
            <p:ph type="pic" sz="quarter" idx="17"/>
          </p:nvPr>
        </p:nvSpPr>
        <p:spPr>
          <a:xfrm>
            <a:off x="10666413" y="0"/>
            <a:ext cx="13716000" cy="13716000"/>
          </a:xfrm>
        </p:spPr>
        <p:txBody>
          <a:bodyPr anchor="ctr"/>
          <a:lstStyle>
            <a:lvl1pPr algn="ctr">
              <a:defRPr/>
            </a:lvl1pPr>
          </a:lstStyle>
          <a:p>
            <a:r>
              <a:rPr lang="en-GB"/>
              <a:t>Click icon to add picture</a:t>
            </a:r>
          </a:p>
          <a:p>
            <a:endParaRPr lang="en-GB"/>
          </a:p>
          <a:p>
            <a:endParaRPr lang="en-GB"/>
          </a:p>
        </p:txBody>
      </p:sp>
    </p:spTree>
    <p:extLst>
      <p:ext uri="{BB962C8B-B14F-4D97-AF65-F5344CB8AC3E}">
        <p14:creationId xmlns:p14="http://schemas.microsoft.com/office/powerpoint/2010/main" val="605297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4">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E1BD47D-8051-FF49-996A-97F39DAA8F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2000" y="761999"/>
            <a:ext cx="1522235" cy="575981"/>
          </a:xfrm>
          <a:prstGeom prst="rect">
            <a:avLst/>
          </a:prstGeom>
        </p:spPr>
      </p:pic>
      <p:sp>
        <p:nvSpPr>
          <p:cNvPr id="14" name="Footer Placeholder 3">
            <a:extLst>
              <a:ext uri="{FF2B5EF4-FFF2-40B4-BE49-F238E27FC236}">
                <a16:creationId xmlns:a16="http://schemas.microsoft.com/office/drawing/2014/main" id="{30289A73-F916-7D49-91A7-392E2BAF8B2D}"/>
              </a:ext>
            </a:extLst>
          </p:cNvPr>
          <p:cNvSpPr>
            <a:spLocks noGrp="1"/>
          </p:cNvSpPr>
          <p:nvPr>
            <p:ph type="ftr" sz="quarter" idx="3"/>
          </p:nvPr>
        </p:nvSpPr>
        <p:spPr>
          <a:xfrm>
            <a:off x="16728291" y="12554568"/>
            <a:ext cx="6899365"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2"/>
                </a:solidFill>
                <a:latin typeface="Helvetica Now Text" panose="020B0504030202020204" pitchFamily="34" charset="77"/>
              </a:defRPr>
            </a:lvl1pPr>
          </a:lstStyle>
          <a:p>
            <a:r>
              <a:rPr lang="en-GB"/>
              <a:t>Legal Copy Helvetica Regular 8/9.6 Black</a:t>
            </a:r>
          </a:p>
        </p:txBody>
      </p:sp>
      <p:sp>
        <p:nvSpPr>
          <p:cNvPr id="16" name="Text Placeholder 4">
            <a:extLst>
              <a:ext uri="{FF2B5EF4-FFF2-40B4-BE49-F238E27FC236}">
                <a16:creationId xmlns:a16="http://schemas.microsoft.com/office/drawing/2014/main" id="{C47AFE81-DA8A-134F-B52C-C13A80B71350}"/>
              </a:ext>
            </a:extLst>
          </p:cNvPr>
          <p:cNvSpPr>
            <a:spLocks noGrp="1"/>
          </p:cNvSpPr>
          <p:nvPr>
            <p:ph type="body" sz="quarter" idx="16" hasCustomPrompt="1"/>
          </p:nvPr>
        </p:nvSpPr>
        <p:spPr>
          <a:xfrm>
            <a:off x="16728291" y="3124200"/>
            <a:ext cx="6883910" cy="8877300"/>
          </a:xfrm>
        </p:spPr>
        <p:txBody>
          <a:bodyPr/>
          <a:lstStyle>
            <a:lvl1pPr marL="0" marR="0" indent="0" algn="l" defTabSz="1828709" rtl="0" eaLnBrk="1" fontAlgn="auto" latinLnBrk="0" hangingPunct="1">
              <a:lnSpc>
                <a:spcPct val="100000"/>
              </a:lnSpc>
              <a:spcBef>
                <a:spcPts val="1400"/>
              </a:spcBef>
              <a:spcAft>
                <a:spcPts val="1400"/>
              </a:spcAft>
              <a:buClrTx/>
              <a:buSzTx/>
              <a:buFont typeface="Arial" panose="020B0604020202020204" pitchFamily="34" charset="0"/>
              <a:buNone/>
              <a:tabLst/>
              <a:defRPr sz="6000">
                <a:solidFill>
                  <a:srgbClr val="007585"/>
                </a:solidFill>
              </a:defRPr>
            </a:lvl1pPr>
            <a:lvl2pPr>
              <a:lnSpc>
                <a:spcPct val="100000"/>
              </a:lnSpc>
              <a:spcBef>
                <a:spcPts val="1000"/>
              </a:spcBef>
              <a:defRPr sz="4000">
                <a:solidFill>
                  <a:srgbClr val="262836"/>
                </a:solidFill>
              </a:defRPr>
            </a:lvl2pPr>
            <a:lvl3pPr marL="0" indent="0">
              <a:lnSpc>
                <a:spcPct val="100000"/>
              </a:lnSpc>
              <a:spcBef>
                <a:spcPts val="4000"/>
              </a:spcBef>
              <a:spcAft>
                <a:spcPts val="1000"/>
              </a:spcAft>
              <a:buNone/>
              <a:defRPr sz="2400">
                <a:solidFill>
                  <a:srgbClr val="262836"/>
                </a:solidFill>
              </a:defRPr>
            </a:lvl3pPr>
            <a:lvl4pPr marL="0" indent="0">
              <a:lnSpc>
                <a:spcPct val="100000"/>
              </a:lnSpc>
              <a:spcBef>
                <a:spcPts val="1000"/>
              </a:spcBef>
              <a:spcAft>
                <a:spcPts val="1000"/>
              </a:spcAft>
              <a:buNone/>
              <a:tabLst/>
              <a:defRPr>
                <a:solidFill>
                  <a:srgbClr val="262836"/>
                </a:solidFill>
              </a:defRPr>
            </a:lvl4pPr>
            <a:lvl5pPr marL="0" indent="0">
              <a:lnSpc>
                <a:spcPct val="100000"/>
              </a:lnSpc>
              <a:spcBef>
                <a:spcPts val="1000"/>
              </a:spcBef>
              <a:spcAft>
                <a:spcPts val="1000"/>
              </a:spcAft>
              <a:buNone/>
              <a:tabLst/>
              <a:defRPr>
                <a:solidFill>
                  <a:srgbClr val="262836"/>
                </a:solidFill>
              </a:defRPr>
            </a:lvl5pPr>
          </a:lstStyle>
          <a:p>
            <a:pPr marL="0" marR="0" lvl="0" indent="0" algn="l" defTabSz="1828709" rtl="0" eaLnBrk="1" fontAlgn="auto" latinLnBrk="0" hangingPunct="1">
              <a:lnSpc>
                <a:spcPct val="100000"/>
              </a:lnSpc>
              <a:spcBef>
                <a:spcPts val="1400"/>
              </a:spcBef>
              <a:spcAft>
                <a:spcPts val="1400"/>
              </a:spcAft>
              <a:buClrTx/>
              <a:buSzTx/>
              <a:buFont typeface="Arial" panose="020B0604020202020204" pitchFamily="34" charset="0"/>
              <a:buNone/>
              <a:tabLst/>
              <a:defRPr/>
            </a:pPr>
            <a:r>
              <a:rPr lang="en-GB"/>
              <a:t>First level – title. Second level – subtitle. Third level – date</a:t>
            </a:r>
          </a:p>
          <a:p>
            <a:pPr lvl="1"/>
            <a:r>
              <a:rPr lang="en-GB"/>
              <a:t>Second level</a:t>
            </a:r>
          </a:p>
          <a:p>
            <a:pPr lvl="2"/>
            <a:r>
              <a:rPr lang="en-GB"/>
              <a:t>Third level – date</a:t>
            </a:r>
          </a:p>
          <a:p>
            <a:pPr lvl="3"/>
            <a:r>
              <a:rPr lang="en-GB"/>
              <a:t>Fourth level</a:t>
            </a:r>
          </a:p>
          <a:p>
            <a:pPr lvl="4"/>
            <a:r>
              <a:rPr lang="en-GB"/>
              <a:t>Fifth level</a:t>
            </a:r>
          </a:p>
        </p:txBody>
      </p:sp>
      <p:pic>
        <p:nvPicPr>
          <p:cNvPr id="9" name="Graphic 8">
            <a:extLst>
              <a:ext uri="{FF2B5EF4-FFF2-40B4-BE49-F238E27FC236}">
                <a16:creationId xmlns:a16="http://schemas.microsoft.com/office/drawing/2014/main" id="{3038456F-3E12-4DE0-8D61-3C910A603299}"/>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62000" y="761999"/>
            <a:ext cx="1522235" cy="575981"/>
          </a:xfrm>
          <a:prstGeom prst="rect">
            <a:avLst/>
          </a:prstGeom>
        </p:spPr>
      </p:pic>
      <p:pic>
        <p:nvPicPr>
          <p:cNvPr id="13" name="Graphic 12">
            <a:extLst>
              <a:ext uri="{FF2B5EF4-FFF2-40B4-BE49-F238E27FC236}">
                <a16:creationId xmlns:a16="http://schemas.microsoft.com/office/drawing/2014/main" id="{DD6B64E5-2431-4AF8-9F50-C56A041F0737}"/>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762000" y="761999"/>
            <a:ext cx="1522235" cy="575981"/>
          </a:xfrm>
          <a:prstGeom prst="rect">
            <a:avLst/>
          </a:prstGeom>
        </p:spPr>
      </p:pic>
      <p:sp>
        <p:nvSpPr>
          <p:cNvPr id="15" name="Rectangle 14">
            <a:extLst>
              <a:ext uri="{FF2B5EF4-FFF2-40B4-BE49-F238E27FC236}">
                <a16:creationId xmlns:a16="http://schemas.microsoft.com/office/drawing/2014/main" id="{A603655F-5CB9-48CB-ADB1-B9BBA380D74E}"/>
              </a:ext>
            </a:extLst>
          </p:cNvPr>
          <p:cNvSpPr/>
          <p:nvPr userDrawn="1"/>
        </p:nvSpPr>
        <p:spPr>
          <a:xfrm>
            <a:off x="1587" y="0"/>
            <a:ext cx="3043238" cy="13716000"/>
          </a:xfrm>
          <a:prstGeom prst="rect">
            <a:avLst/>
          </a:prstGeom>
          <a:solidFill>
            <a:srgbClr val="007585">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a:latin typeface="Helvetica Now Text" panose="020B0504030202020204" pitchFamily="34" charset="77"/>
            </a:endParaRPr>
          </a:p>
        </p:txBody>
      </p:sp>
      <p:pic>
        <p:nvPicPr>
          <p:cNvPr id="3" name="Graphic 2">
            <a:extLst>
              <a:ext uri="{FF2B5EF4-FFF2-40B4-BE49-F238E27FC236}">
                <a16:creationId xmlns:a16="http://schemas.microsoft.com/office/drawing/2014/main" id="{3CDE4F3A-FD03-6941-56BA-601DDA2461E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2178" y="786384"/>
            <a:ext cx="1499330" cy="575981"/>
          </a:xfrm>
          <a:prstGeom prst="rect">
            <a:avLst/>
          </a:prstGeom>
        </p:spPr>
      </p:pic>
      <p:sp>
        <p:nvSpPr>
          <p:cNvPr id="5" name="Picture Placeholder 4">
            <a:extLst>
              <a:ext uri="{FF2B5EF4-FFF2-40B4-BE49-F238E27FC236}">
                <a16:creationId xmlns:a16="http://schemas.microsoft.com/office/drawing/2014/main" id="{AC58736A-50A8-270F-6908-983E9BD3AA2A}"/>
              </a:ext>
            </a:extLst>
          </p:cNvPr>
          <p:cNvSpPr>
            <a:spLocks noGrp="1"/>
          </p:cNvSpPr>
          <p:nvPr>
            <p:ph type="pic" sz="quarter" idx="17"/>
          </p:nvPr>
        </p:nvSpPr>
        <p:spPr>
          <a:xfrm>
            <a:off x="1588" y="0"/>
            <a:ext cx="15995650" cy="13716000"/>
          </a:xfrm>
        </p:spPr>
        <p:txBody>
          <a:bodyPr anchor="ctr"/>
          <a:lstStyle>
            <a:lvl1pPr algn="ctr">
              <a:defRPr/>
            </a:lvl1pPr>
          </a:lstStyle>
          <a:p>
            <a:r>
              <a:rPr lang="en-GB"/>
              <a:t>Click icon to add picture</a:t>
            </a:r>
          </a:p>
          <a:p>
            <a:endParaRPr lang="en-GB"/>
          </a:p>
          <a:p>
            <a:endParaRPr lang="en-GB"/>
          </a:p>
        </p:txBody>
      </p:sp>
    </p:spTree>
    <p:extLst>
      <p:ext uri="{BB962C8B-B14F-4D97-AF65-F5344CB8AC3E}">
        <p14:creationId xmlns:p14="http://schemas.microsoft.com/office/powerpoint/2010/main" val="383228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allout Divider Grey">
    <p:bg>
      <p:bgPr>
        <a:solidFill>
          <a:srgbClr val="E5EFF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00E8032-DF89-9938-DD21-399E57A9F4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pic>
        <p:nvPicPr>
          <p:cNvPr id="25" name="Graphic 24">
            <a:extLst>
              <a:ext uri="{FF2B5EF4-FFF2-40B4-BE49-F238E27FC236}">
                <a16:creationId xmlns:a16="http://schemas.microsoft.com/office/drawing/2014/main" id="{69612A3B-E3BC-DB49-51A0-65882CCB8619}"/>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47629" b="12355"/>
          <a:stretch/>
        </p:blipFill>
        <p:spPr>
          <a:xfrm>
            <a:off x="0" y="7361271"/>
            <a:ext cx="6328636" cy="6354730"/>
          </a:xfrm>
          <a:prstGeom prst="rect">
            <a:avLst/>
          </a:prstGeom>
        </p:spPr>
      </p:pic>
      <p:pic>
        <p:nvPicPr>
          <p:cNvPr id="26" name="Graphic 25">
            <a:extLst>
              <a:ext uri="{FF2B5EF4-FFF2-40B4-BE49-F238E27FC236}">
                <a16:creationId xmlns:a16="http://schemas.microsoft.com/office/drawing/2014/main" id="{898C210E-4F37-ED5B-C3DA-72FE024A3ADE}"/>
              </a:ext>
            </a:extLst>
          </p:cNvPr>
          <p:cNvPicPr>
            <a:picLocks noChangeAspect="1"/>
          </p:cNvPicPr>
          <p:nvPr userDrawn="1"/>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28706" r="42225"/>
          <a:stretch/>
        </p:blipFill>
        <p:spPr>
          <a:xfrm>
            <a:off x="17400750" y="0"/>
            <a:ext cx="6981663" cy="5169158"/>
          </a:xfrm>
          <a:prstGeom prst="rect">
            <a:avLst/>
          </a:prstGeom>
        </p:spPr>
      </p:pic>
    </p:spTree>
    <p:extLst>
      <p:ext uri="{BB962C8B-B14F-4D97-AF65-F5344CB8AC3E}">
        <p14:creationId xmlns:p14="http://schemas.microsoft.com/office/powerpoint/2010/main" val="4047618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allout Divider Teal">
    <p:bg>
      <p:bgPr>
        <a:solidFill>
          <a:srgbClr val="007585"/>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FB8AE34-A2AA-B426-7F73-036AA8E7F86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47629" b="12355"/>
          <a:stretch/>
        </p:blipFill>
        <p:spPr>
          <a:xfrm>
            <a:off x="0" y="7361271"/>
            <a:ext cx="6328636" cy="6354730"/>
          </a:xfrm>
          <a:prstGeom prst="rect">
            <a:avLst/>
          </a:prstGeom>
        </p:spPr>
      </p:pic>
      <p:pic>
        <p:nvPicPr>
          <p:cNvPr id="5" name="Graphic 4">
            <a:extLst>
              <a:ext uri="{FF2B5EF4-FFF2-40B4-BE49-F238E27FC236}">
                <a16:creationId xmlns:a16="http://schemas.microsoft.com/office/drawing/2014/main" id="{900E8032-DF89-9938-DD21-399E57A9F49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58328" y="12483997"/>
            <a:ext cx="1265103" cy="485013"/>
          </a:xfrm>
          <a:prstGeom prst="rect">
            <a:avLst/>
          </a:prstGeom>
        </p:spPr>
      </p:pic>
      <p:pic>
        <p:nvPicPr>
          <p:cNvPr id="8" name="Graphic 7">
            <a:extLst>
              <a:ext uri="{FF2B5EF4-FFF2-40B4-BE49-F238E27FC236}">
                <a16:creationId xmlns:a16="http://schemas.microsoft.com/office/drawing/2014/main" id="{BAB6552F-C0CB-B8DD-990B-B0281CF315A0}"/>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t="28706" r="42225"/>
          <a:stretch/>
        </p:blipFill>
        <p:spPr>
          <a:xfrm>
            <a:off x="17400750" y="0"/>
            <a:ext cx="6981663" cy="5169158"/>
          </a:xfrm>
          <a:prstGeom prst="rect">
            <a:avLst/>
          </a:prstGeom>
        </p:spPr>
      </p:pic>
    </p:spTree>
    <p:extLst>
      <p:ext uri="{BB962C8B-B14F-4D97-AF65-F5344CB8AC3E}">
        <p14:creationId xmlns:p14="http://schemas.microsoft.com/office/powerpoint/2010/main" val="1627105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allout Divider Whit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00E8032-DF89-9938-DD21-399E57A9F4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pic>
        <p:nvPicPr>
          <p:cNvPr id="10" name="Graphic 9">
            <a:extLst>
              <a:ext uri="{FF2B5EF4-FFF2-40B4-BE49-F238E27FC236}">
                <a16:creationId xmlns:a16="http://schemas.microsoft.com/office/drawing/2014/main" id="{3BF7F9DA-FBC4-B37B-EC4D-6FC5EDEFA25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84414" y="1752600"/>
            <a:ext cx="1522412" cy="913448"/>
          </a:xfrm>
          <a:prstGeom prst="rect">
            <a:avLst/>
          </a:prstGeom>
        </p:spPr>
      </p:pic>
    </p:spTree>
    <p:extLst>
      <p:ext uri="{BB962C8B-B14F-4D97-AF65-F5344CB8AC3E}">
        <p14:creationId xmlns:p14="http://schemas.microsoft.com/office/powerpoint/2010/main" val="84597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Grey Image">
    <p:bg>
      <p:bgPr>
        <a:solidFill>
          <a:srgbClr val="E5EF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DFE6-CF7F-6941-BD95-6D8F3550836E}"/>
              </a:ext>
            </a:extLst>
          </p:cNvPr>
          <p:cNvSpPr>
            <a:spLocks noGrp="1"/>
          </p:cNvSpPr>
          <p:nvPr>
            <p:ph type="title" hasCustomPrompt="1"/>
          </p:nvPr>
        </p:nvSpPr>
        <p:spPr>
          <a:xfrm>
            <a:off x="721920" y="5141571"/>
            <a:ext cx="8409890" cy="1868998"/>
          </a:xfrm>
        </p:spPr>
        <p:txBody>
          <a:bodyPr anchor="t">
            <a:noAutofit/>
          </a:bodyPr>
          <a:lstStyle>
            <a:lvl1pPr algn="l">
              <a:lnSpc>
                <a:spcPct val="100000"/>
              </a:lnSpc>
              <a:defRPr sz="5000" b="0" i="0">
                <a:solidFill>
                  <a:schemeClr val="tx1"/>
                </a:solidFill>
                <a:latin typeface="Helvetica Now Text" panose="020B0504030202020204" pitchFamily="34" charset="77"/>
              </a:defRPr>
            </a:lvl1pPr>
          </a:lstStyle>
          <a:p>
            <a:r>
              <a:rPr lang="en-GB"/>
              <a:t>Click to edit </a:t>
            </a:r>
            <a:br>
              <a:rPr lang="en-GB"/>
            </a:br>
            <a:r>
              <a:rPr lang="en-GB"/>
              <a:t>Divider title</a:t>
            </a:r>
          </a:p>
        </p:txBody>
      </p:sp>
      <p:sp>
        <p:nvSpPr>
          <p:cNvPr id="3" name="Slide Number Placeholder 2">
            <a:extLst>
              <a:ext uri="{FF2B5EF4-FFF2-40B4-BE49-F238E27FC236}">
                <a16:creationId xmlns:a16="http://schemas.microsoft.com/office/drawing/2014/main" id="{777E01A6-7CA0-C146-AFF9-40B8146B8884}"/>
              </a:ext>
            </a:extLst>
          </p:cNvPr>
          <p:cNvSpPr>
            <a:spLocks noGrp="1"/>
          </p:cNvSpPr>
          <p:nvPr>
            <p:ph type="sldNum" sz="quarter" idx="10"/>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4" name="Footer Placeholder 3">
            <a:extLst>
              <a:ext uri="{FF2B5EF4-FFF2-40B4-BE49-F238E27FC236}">
                <a16:creationId xmlns:a16="http://schemas.microsoft.com/office/drawing/2014/main" id="{3F7AED66-6F74-7547-9E21-115ADD7A8E24}"/>
              </a:ext>
            </a:extLst>
          </p:cNvPr>
          <p:cNvSpPr>
            <a:spLocks noGrp="1"/>
          </p:cNvSpPr>
          <p:nvPr>
            <p:ph type="ftr" sz="quarter" idx="11"/>
          </p:nvPr>
        </p:nvSpPr>
        <p:spPr/>
        <p:txBody>
          <a:bodyPr/>
          <a:lstStyle>
            <a:lvl1pPr>
              <a:defRPr>
                <a:solidFill>
                  <a:schemeClr val="bg1"/>
                </a:solidFill>
              </a:defRPr>
            </a:lvl1pPr>
          </a:lstStyle>
          <a:p>
            <a:r>
              <a:rPr lang="en-GB"/>
              <a:t>Legal Copy Helvetica Regular 8/9.6 White</a:t>
            </a:r>
          </a:p>
        </p:txBody>
      </p:sp>
      <p:sp>
        <p:nvSpPr>
          <p:cNvPr id="7" name="Subtitle 2">
            <a:extLst>
              <a:ext uri="{FF2B5EF4-FFF2-40B4-BE49-F238E27FC236}">
                <a16:creationId xmlns:a16="http://schemas.microsoft.com/office/drawing/2014/main" id="{71AC1B24-C527-8C44-89B1-BA739F2AB5F4}"/>
              </a:ext>
            </a:extLst>
          </p:cNvPr>
          <p:cNvSpPr>
            <a:spLocks noGrp="1"/>
          </p:cNvSpPr>
          <p:nvPr>
            <p:ph type="subTitle" idx="13" hasCustomPrompt="1"/>
          </p:nvPr>
        </p:nvSpPr>
        <p:spPr>
          <a:xfrm>
            <a:off x="465310" y="1049902"/>
            <a:ext cx="8569128" cy="4091669"/>
          </a:xfrm>
        </p:spPr>
        <p:txBody>
          <a:bodyPr wrap="square">
            <a:noAutofit/>
          </a:bodyPr>
          <a:lstStyle>
            <a:lvl1pPr marL="0" indent="0" algn="l">
              <a:spcAft>
                <a:spcPts val="0"/>
              </a:spcAft>
              <a:buNone/>
              <a:defRPr sz="30800" b="0" i="0">
                <a:solidFill>
                  <a:srgbClr val="007585"/>
                </a:solidFill>
                <a:latin typeface="Helvetica Now Text Light" panose="020B04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0</a:t>
            </a:r>
            <a:endParaRPr lang="en-US"/>
          </a:p>
        </p:txBody>
      </p:sp>
      <p:pic>
        <p:nvPicPr>
          <p:cNvPr id="5" name="Graphic 4">
            <a:extLst>
              <a:ext uri="{FF2B5EF4-FFF2-40B4-BE49-F238E27FC236}">
                <a16:creationId xmlns:a16="http://schemas.microsoft.com/office/drawing/2014/main" id="{692DE5F8-BAF0-33D4-E6BC-644A7E4618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
        <p:nvSpPr>
          <p:cNvPr id="8" name="Picture Placeholder 7">
            <a:extLst>
              <a:ext uri="{FF2B5EF4-FFF2-40B4-BE49-F238E27FC236}">
                <a16:creationId xmlns:a16="http://schemas.microsoft.com/office/drawing/2014/main" id="{0765427B-AD26-60E6-4AC5-FF824572D9F4}"/>
              </a:ext>
            </a:extLst>
          </p:cNvPr>
          <p:cNvSpPr>
            <a:spLocks noGrp="1"/>
          </p:cNvSpPr>
          <p:nvPr>
            <p:ph type="pic" sz="quarter" idx="14"/>
          </p:nvPr>
        </p:nvSpPr>
        <p:spPr>
          <a:xfrm>
            <a:off x="9902825" y="0"/>
            <a:ext cx="14479588" cy="13716000"/>
          </a:xfr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3731386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Slide Teal Image">
    <p:bg>
      <p:bgPr>
        <a:solidFill>
          <a:srgbClr val="00758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DFE6-CF7F-6941-BD95-6D8F3550836E}"/>
              </a:ext>
            </a:extLst>
          </p:cNvPr>
          <p:cNvSpPr>
            <a:spLocks noGrp="1"/>
          </p:cNvSpPr>
          <p:nvPr>
            <p:ph type="title" hasCustomPrompt="1"/>
          </p:nvPr>
        </p:nvSpPr>
        <p:spPr>
          <a:xfrm>
            <a:off x="721920" y="5141571"/>
            <a:ext cx="8409890" cy="1868998"/>
          </a:xfrm>
        </p:spPr>
        <p:txBody>
          <a:bodyPr anchor="t">
            <a:noAutofit/>
          </a:bodyPr>
          <a:lstStyle>
            <a:lvl1pPr algn="l">
              <a:lnSpc>
                <a:spcPct val="100000"/>
              </a:lnSpc>
              <a:defRPr sz="5000" b="0" i="0">
                <a:solidFill>
                  <a:schemeClr val="bg1"/>
                </a:solidFill>
                <a:latin typeface="Helvetica Now Text" panose="020B0504030202020204" pitchFamily="34" charset="77"/>
              </a:defRPr>
            </a:lvl1pPr>
          </a:lstStyle>
          <a:p>
            <a:r>
              <a:rPr lang="en-GB"/>
              <a:t>Click to edit </a:t>
            </a:r>
            <a:br>
              <a:rPr lang="en-GB"/>
            </a:br>
            <a:r>
              <a:rPr lang="en-GB"/>
              <a:t>Divider title</a:t>
            </a:r>
          </a:p>
        </p:txBody>
      </p:sp>
      <p:sp>
        <p:nvSpPr>
          <p:cNvPr id="3" name="Slide Number Placeholder 2">
            <a:extLst>
              <a:ext uri="{FF2B5EF4-FFF2-40B4-BE49-F238E27FC236}">
                <a16:creationId xmlns:a16="http://schemas.microsoft.com/office/drawing/2014/main" id="{777E01A6-7CA0-C146-AFF9-40B8146B8884}"/>
              </a:ext>
            </a:extLst>
          </p:cNvPr>
          <p:cNvSpPr>
            <a:spLocks noGrp="1"/>
          </p:cNvSpPr>
          <p:nvPr>
            <p:ph type="sldNum" sz="quarter" idx="10"/>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4" name="Footer Placeholder 3">
            <a:extLst>
              <a:ext uri="{FF2B5EF4-FFF2-40B4-BE49-F238E27FC236}">
                <a16:creationId xmlns:a16="http://schemas.microsoft.com/office/drawing/2014/main" id="{3F7AED66-6F74-7547-9E21-115ADD7A8E24}"/>
              </a:ext>
            </a:extLst>
          </p:cNvPr>
          <p:cNvSpPr>
            <a:spLocks noGrp="1"/>
          </p:cNvSpPr>
          <p:nvPr>
            <p:ph type="ftr" sz="quarter" idx="11"/>
          </p:nvPr>
        </p:nvSpPr>
        <p:spPr/>
        <p:txBody>
          <a:bodyPr/>
          <a:lstStyle>
            <a:lvl1pPr>
              <a:defRPr>
                <a:solidFill>
                  <a:schemeClr val="bg1"/>
                </a:solidFill>
              </a:defRPr>
            </a:lvl1pPr>
          </a:lstStyle>
          <a:p>
            <a:r>
              <a:rPr lang="en-GB"/>
              <a:t>Legal Copy Helvetica Regular 8/9.6 White</a:t>
            </a:r>
          </a:p>
        </p:txBody>
      </p:sp>
      <p:sp>
        <p:nvSpPr>
          <p:cNvPr id="7" name="Subtitle 2">
            <a:extLst>
              <a:ext uri="{FF2B5EF4-FFF2-40B4-BE49-F238E27FC236}">
                <a16:creationId xmlns:a16="http://schemas.microsoft.com/office/drawing/2014/main" id="{71AC1B24-C527-8C44-89B1-BA739F2AB5F4}"/>
              </a:ext>
            </a:extLst>
          </p:cNvPr>
          <p:cNvSpPr>
            <a:spLocks noGrp="1"/>
          </p:cNvSpPr>
          <p:nvPr>
            <p:ph type="subTitle" idx="13" hasCustomPrompt="1"/>
          </p:nvPr>
        </p:nvSpPr>
        <p:spPr>
          <a:xfrm>
            <a:off x="465310" y="1049902"/>
            <a:ext cx="8569128" cy="4091669"/>
          </a:xfrm>
        </p:spPr>
        <p:txBody>
          <a:bodyPr wrap="square">
            <a:noAutofit/>
          </a:bodyPr>
          <a:lstStyle>
            <a:lvl1pPr marL="0" indent="0" algn="l">
              <a:spcAft>
                <a:spcPts val="0"/>
              </a:spcAft>
              <a:buNone/>
              <a:defRPr sz="30800" b="0" i="0">
                <a:solidFill>
                  <a:srgbClr val="29B0C3"/>
                </a:solidFill>
                <a:latin typeface="Helvetica Now Text Light" panose="020B04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0</a:t>
            </a:r>
            <a:endParaRPr lang="en-US"/>
          </a:p>
        </p:txBody>
      </p:sp>
      <p:pic>
        <p:nvPicPr>
          <p:cNvPr id="5" name="Graphic 4">
            <a:extLst>
              <a:ext uri="{FF2B5EF4-FFF2-40B4-BE49-F238E27FC236}">
                <a16:creationId xmlns:a16="http://schemas.microsoft.com/office/drawing/2014/main" id="{B21C2C30-EF8F-23D5-6F85-200280514C7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
        <p:nvSpPr>
          <p:cNvPr id="9" name="Picture Placeholder 8">
            <a:extLst>
              <a:ext uri="{FF2B5EF4-FFF2-40B4-BE49-F238E27FC236}">
                <a16:creationId xmlns:a16="http://schemas.microsoft.com/office/drawing/2014/main" id="{9C946248-54FF-CE6E-22ED-AB1AA797C637}"/>
              </a:ext>
            </a:extLst>
          </p:cNvPr>
          <p:cNvSpPr>
            <a:spLocks noGrp="1"/>
          </p:cNvSpPr>
          <p:nvPr>
            <p:ph type="pic" sz="quarter" idx="14"/>
          </p:nvPr>
        </p:nvSpPr>
        <p:spPr>
          <a:xfrm>
            <a:off x="9902825" y="0"/>
            <a:ext cx="14479588" cy="13716000"/>
          </a:xfr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1283160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Slide Teal">
    <p:bg>
      <p:bgPr>
        <a:solidFill>
          <a:srgbClr val="00758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DFE6-CF7F-6941-BD95-6D8F3550836E}"/>
              </a:ext>
            </a:extLst>
          </p:cNvPr>
          <p:cNvSpPr>
            <a:spLocks noGrp="1"/>
          </p:cNvSpPr>
          <p:nvPr>
            <p:ph type="title" hasCustomPrompt="1"/>
          </p:nvPr>
        </p:nvSpPr>
        <p:spPr>
          <a:xfrm>
            <a:off x="721920" y="5141571"/>
            <a:ext cx="8409890" cy="1868998"/>
          </a:xfrm>
        </p:spPr>
        <p:txBody>
          <a:bodyPr anchor="t">
            <a:noAutofit/>
          </a:bodyPr>
          <a:lstStyle>
            <a:lvl1pPr algn="l">
              <a:lnSpc>
                <a:spcPct val="100000"/>
              </a:lnSpc>
              <a:defRPr sz="5000" b="0" i="0">
                <a:solidFill>
                  <a:schemeClr val="bg1"/>
                </a:solidFill>
                <a:latin typeface="Helvetica Now Text" panose="020B0504030202020204" pitchFamily="34" charset="77"/>
              </a:defRPr>
            </a:lvl1pPr>
          </a:lstStyle>
          <a:p>
            <a:r>
              <a:rPr lang="en-GB"/>
              <a:t>Click to edit </a:t>
            </a:r>
            <a:br>
              <a:rPr lang="en-GB"/>
            </a:br>
            <a:r>
              <a:rPr lang="en-GB"/>
              <a:t>Divider title</a:t>
            </a:r>
          </a:p>
        </p:txBody>
      </p:sp>
      <p:sp>
        <p:nvSpPr>
          <p:cNvPr id="3" name="Slide Number Placeholder 2">
            <a:extLst>
              <a:ext uri="{FF2B5EF4-FFF2-40B4-BE49-F238E27FC236}">
                <a16:creationId xmlns:a16="http://schemas.microsoft.com/office/drawing/2014/main" id="{777E01A6-7CA0-C146-AFF9-40B8146B8884}"/>
              </a:ext>
            </a:extLst>
          </p:cNvPr>
          <p:cNvSpPr>
            <a:spLocks noGrp="1"/>
          </p:cNvSpPr>
          <p:nvPr>
            <p:ph type="sldNum" sz="quarter" idx="10"/>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4" name="Footer Placeholder 3">
            <a:extLst>
              <a:ext uri="{FF2B5EF4-FFF2-40B4-BE49-F238E27FC236}">
                <a16:creationId xmlns:a16="http://schemas.microsoft.com/office/drawing/2014/main" id="{3F7AED66-6F74-7547-9E21-115ADD7A8E24}"/>
              </a:ext>
            </a:extLst>
          </p:cNvPr>
          <p:cNvSpPr>
            <a:spLocks noGrp="1"/>
          </p:cNvSpPr>
          <p:nvPr>
            <p:ph type="ftr" sz="quarter" idx="11"/>
          </p:nvPr>
        </p:nvSpPr>
        <p:spPr/>
        <p:txBody>
          <a:bodyPr/>
          <a:lstStyle>
            <a:lvl1pPr>
              <a:defRPr>
                <a:solidFill>
                  <a:schemeClr val="bg1"/>
                </a:solidFill>
              </a:defRPr>
            </a:lvl1pPr>
          </a:lstStyle>
          <a:p>
            <a:r>
              <a:rPr lang="en-GB"/>
              <a:t>Legal Copy Helvetica Regular 8/9.6 White</a:t>
            </a:r>
          </a:p>
        </p:txBody>
      </p:sp>
      <p:sp>
        <p:nvSpPr>
          <p:cNvPr id="7" name="Subtitle 2">
            <a:extLst>
              <a:ext uri="{FF2B5EF4-FFF2-40B4-BE49-F238E27FC236}">
                <a16:creationId xmlns:a16="http://schemas.microsoft.com/office/drawing/2014/main" id="{71AC1B24-C527-8C44-89B1-BA739F2AB5F4}"/>
              </a:ext>
            </a:extLst>
          </p:cNvPr>
          <p:cNvSpPr>
            <a:spLocks noGrp="1"/>
          </p:cNvSpPr>
          <p:nvPr>
            <p:ph type="subTitle" idx="13" hasCustomPrompt="1"/>
          </p:nvPr>
        </p:nvSpPr>
        <p:spPr>
          <a:xfrm>
            <a:off x="465310" y="1049902"/>
            <a:ext cx="8569128" cy="4091669"/>
          </a:xfrm>
        </p:spPr>
        <p:txBody>
          <a:bodyPr wrap="square">
            <a:noAutofit/>
          </a:bodyPr>
          <a:lstStyle>
            <a:lvl1pPr marL="0" indent="0" algn="l">
              <a:spcAft>
                <a:spcPts val="0"/>
              </a:spcAft>
              <a:buNone/>
              <a:defRPr sz="30800" b="0" i="0">
                <a:solidFill>
                  <a:srgbClr val="29B0C3"/>
                </a:solidFill>
                <a:latin typeface="Helvetica Now Text Light" panose="020B04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0</a:t>
            </a:r>
            <a:endParaRPr lang="en-US"/>
          </a:p>
        </p:txBody>
      </p:sp>
      <p:pic>
        <p:nvPicPr>
          <p:cNvPr id="5" name="Graphic 4">
            <a:extLst>
              <a:ext uri="{FF2B5EF4-FFF2-40B4-BE49-F238E27FC236}">
                <a16:creationId xmlns:a16="http://schemas.microsoft.com/office/drawing/2014/main" id="{88CDC51D-D9F8-C2A8-3174-3E9781F8CF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120229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Slide Grey">
    <p:bg>
      <p:bgPr>
        <a:solidFill>
          <a:srgbClr val="EEF6F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DFE6-CF7F-6941-BD95-6D8F3550836E}"/>
              </a:ext>
            </a:extLst>
          </p:cNvPr>
          <p:cNvSpPr>
            <a:spLocks noGrp="1"/>
          </p:cNvSpPr>
          <p:nvPr>
            <p:ph type="title" hasCustomPrompt="1"/>
          </p:nvPr>
        </p:nvSpPr>
        <p:spPr>
          <a:xfrm>
            <a:off x="721920" y="5141571"/>
            <a:ext cx="8409890" cy="1868998"/>
          </a:xfrm>
        </p:spPr>
        <p:txBody>
          <a:bodyPr anchor="t">
            <a:noAutofit/>
          </a:bodyPr>
          <a:lstStyle>
            <a:lvl1pPr algn="l">
              <a:lnSpc>
                <a:spcPct val="100000"/>
              </a:lnSpc>
              <a:defRPr sz="5000" b="0" i="0">
                <a:solidFill>
                  <a:srgbClr val="262836"/>
                </a:solidFill>
                <a:latin typeface="Helvetica Now Text" panose="020B0504030202020204" pitchFamily="34" charset="77"/>
              </a:defRPr>
            </a:lvl1pPr>
          </a:lstStyle>
          <a:p>
            <a:r>
              <a:rPr lang="en-GB"/>
              <a:t>Click to edit </a:t>
            </a:r>
            <a:br>
              <a:rPr lang="en-GB"/>
            </a:br>
            <a:r>
              <a:rPr lang="en-GB"/>
              <a:t>Divider title</a:t>
            </a:r>
          </a:p>
        </p:txBody>
      </p:sp>
      <p:sp>
        <p:nvSpPr>
          <p:cNvPr id="3" name="Slide Number Placeholder 2">
            <a:extLst>
              <a:ext uri="{FF2B5EF4-FFF2-40B4-BE49-F238E27FC236}">
                <a16:creationId xmlns:a16="http://schemas.microsoft.com/office/drawing/2014/main" id="{777E01A6-7CA0-C146-AFF9-40B8146B8884}"/>
              </a:ext>
            </a:extLst>
          </p:cNvPr>
          <p:cNvSpPr>
            <a:spLocks noGrp="1"/>
          </p:cNvSpPr>
          <p:nvPr>
            <p:ph type="sldNum" sz="quarter" idx="10"/>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4" name="Footer Placeholder 3">
            <a:extLst>
              <a:ext uri="{FF2B5EF4-FFF2-40B4-BE49-F238E27FC236}">
                <a16:creationId xmlns:a16="http://schemas.microsoft.com/office/drawing/2014/main" id="{3F7AED66-6F74-7547-9E21-115ADD7A8E24}"/>
              </a:ext>
            </a:extLst>
          </p:cNvPr>
          <p:cNvSpPr>
            <a:spLocks noGrp="1"/>
          </p:cNvSpPr>
          <p:nvPr>
            <p:ph type="ftr" sz="quarter" idx="11"/>
          </p:nvPr>
        </p:nvSpPr>
        <p:spPr/>
        <p:txBody>
          <a:bodyPr/>
          <a:lstStyle>
            <a:lvl1pPr>
              <a:defRPr>
                <a:solidFill>
                  <a:schemeClr val="bg1"/>
                </a:solidFill>
              </a:defRPr>
            </a:lvl1pPr>
          </a:lstStyle>
          <a:p>
            <a:r>
              <a:rPr lang="en-GB"/>
              <a:t>Legal Copy Helvetica Regular 8/9.6 White</a:t>
            </a:r>
          </a:p>
        </p:txBody>
      </p:sp>
      <p:sp>
        <p:nvSpPr>
          <p:cNvPr id="7" name="Subtitle 2">
            <a:extLst>
              <a:ext uri="{FF2B5EF4-FFF2-40B4-BE49-F238E27FC236}">
                <a16:creationId xmlns:a16="http://schemas.microsoft.com/office/drawing/2014/main" id="{71AC1B24-C527-8C44-89B1-BA739F2AB5F4}"/>
              </a:ext>
            </a:extLst>
          </p:cNvPr>
          <p:cNvSpPr>
            <a:spLocks noGrp="1"/>
          </p:cNvSpPr>
          <p:nvPr>
            <p:ph type="subTitle" idx="13" hasCustomPrompt="1"/>
          </p:nvPr>
        </p:nvSpPr>
        <p:spPr>
          <a:xfrm>
            <a:off x="465310" y="1049902"/>
            <a:ext cx="8569128" cy="4091669"/>
          </a:xfrm>
        </p:spPr>
        <p:txBody>
          <a:bodyPr wrap="square">
            <a:noAutofit/>
          </a:bodyPr>
          <a:lstStyle>
            <a:lvl1pPr marL="0" indent="0" algn="l">
              <a:spcAft>
                <a:spcPts val="0"/>
              </a:spcAft>
              <a:buNone/>
              <a:defRPr sz="30800" b="0" i="0">
                <a:solidFill>
                  <a:srgbClr val="29B0C3"/>
                </a:solidFill>
                <a:latin typeface="Helvetica Now Text Light" panose="020B04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0</a:t>
            </a:r>
            <a:endParaRPr lang="en-US"/>
          </a:p>
        </p:txBody>
      </p:sp>
      <p:pic>
        <p:nvPicPr>
          <p:cNvPr id="5" name="Graphic 4">
            <a:extLst>
              <a:ext uri="{FF2B5EF4-FFF2-40B4-BE49-F238E27FC236}">
                <a16:creationId xmlns:a16="http://schemas.microsoft.com/office/drawing/2014/main" id="{88CDC51D-D9F8-C2A8-3174-3E9781F8CF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2637649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Image Overlay Grey">
    <p:bg>
      <p:bgPr>
        <a:solidFill>
          <a:srgbClr val="E5EFF0"/>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00E8032-DF89-9938-DD21-399E57A9F4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pic>
        <p:nvPicPr>
          <p:cNvPr id="10" name="Graphic 9">
            <a:extLst>
              <a:ext uri="{FF2B5EF4-FFF2-40B4-BE49-F238E27FC236}">
                <a16:creationId xmlns:a16="http://schemas.microsoft.com/office/drawing/2014/main" id="{3BF7F9DA-FBC4-B37B-EC4D-6FC5EDEFA25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84414" y="1752600"/>
            <a:ext cx="1522412" cy="913448"/>
          </a:xfrm>
          <a:prstGeom prst="rect">
            <a:avLst/>
          </a:prstGeom>
        </p:spPr>
      </p:pic>
      <p:sp>
        <p:nvSpPr>
          <p:cNvPr id="3" name="Picture Placeholder 2">
            <a:extLst>
              <a:ext uri="{FF2B5EF4-FFF2-40B4-BE49-F238E27FC236}">
                <a16:creationId xmlns:a16="http://schemas.microsoft.com/office/drawing/2014/main" id="{9EE15F71-3311-1AE7-1270-748DF8A94DD6}"/>
              </a:ext>
            </a:extLst>
          </p:cNvPr>
          <p:cNvSpPr>
            <a:spLocks noGrp="1"/>
          </p:cNvSpPr>
          <p:nvPr>
            <p:ph type="pic" sz="quarter" idx="10"/>
          </p:nvPr>
        </p:nvSpPr>
        <p:spPr>
          <a:xfrm>
            <a:off x="12188825" y="914400"/>
            <a:ext cx="11430000" cy="9075738"/>
          </a:xfr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38823612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Image Overlay Teal">
    <p:bg>
      <p:bgPr>
        <a:solidFill>
          <a:srgbClr val="007585"/>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00E8032-DF89-9938-DD21-399E57A9F4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pic>
        <p:nvPicPr>
          <p:cNvPr id="10" name="Graphic 9">
            <a:extLst>
              <a:ext uri="{FF2B5EF4-FFF2-40B4-BE49-F238E27FC236}">
                <a16:creationId xmlns:a16="http://schemas.microsoft.com/office/drawing/2014/main" id="{3BF7F9DA-FBC4-B37B-EC4D-6FC5EDEFA25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84414" y="1752600"/>
            <a:ext cx="1522412" cy="913448"/>
          </a:xfrm>
          <a:prstGeom prst="rect">
            <a:avLst/>
          </a:prstGeom>
        </p:spPr>
      </p:pic>
      <p:sp>
        <p:nvSpPr>
          <p:cNvPr id="2" name="Picture Placeholder 2">
            <a:extLst>
              <a:ext uri="{FF2B5EF4-FFF2-40B4-BE49-F238E27FC236}">
                <a16:creationId xmlns:a16="http://schemas.microsoft.com/office/drawing/2014/main" id="{0CC824F9-AC99-674B-FD2A-96F6D3B37B74}"/>
              </a:ext>
            </a:extLst>
          </p:cNvPr>
          <p:cNvSpPr>
            <a:spLocks noGrp="1"/>
          </p:cNvSpPr>
          <p:nvPr>
            <p:ph type="pic" sz="quarter" idx="10"/>
          </p:nvPr>
        </p:nvSpPr>
        <p:spPr>
          <a:xfrm>
            <a:off x="12188825" y="914400"/>
            <a:ext cx="11430000" cy="9075738"/>
          </a:xfr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768566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Overlay White">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900E8032-DF89-9938-DD21-399E57A9F49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pic>
        <p:nvPicPr>
          <p:cNvPr id="10" name="Graphic 9">
            <a:extLst>
              <a:ext uri="{FF2B5EF4-FFF2-40B4-BE49-F238E27FC236}">
                <a16:creationId xmlns:a16="http://schemas.microsoft.com/office/drawing/2014/main" id="{3BF7F9DA-FBC4-B37B-EC4D-6FC5EDEFA25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84414" y="1752600"/>
            <a:ext cx="1522412" cy="913448"/>
          </a:xfrm>
          <a:prstGeom prst="rect">
            <a:avLst/>
          </a:prstGeom>
        </p:spPr>
      </p:pic>
      <p:sp>
        <p:nvSpPr>
          <p:cNvPr id="2" name="Picture Placeholder 2">
            <a:extLst>
              <a:ext uri="{FF2B5EF4-FFF2-40B4-BE49-F238E27FC236}">
                <a16:creationId xmlns:a16="http://schemas.microsoft.com/office/drawing/2014/main" id="{F527EAA3-2D9A-FA17-9428-982EB3CF44AE}"/>
              </a:ext>
            </a:extLst>
          </p:cNvPr>
          <p:cNvSpPr>
            <a:spLocks noGrp="1"/>
          </p:cNvSpPr>
          <p:nvPr>
            <p:ph type="pic" sz="quarter" idx="10"/>
          </p:nvPr>
        </p:nvSpPr>
        <p:spPr>
          <a:xfrm>
            <a:off x="12188825" y="914400"/>
            <a:ext cx="11430000" cy="9075738"/>
          </a:xfrm>
        </p:spPr>
        <p:txBody>
          <a:bodyPr anchor="ctr"/>
          <a:lstStyle>
            <a:lvl1pPr algn="ctr">
              <a:defRPr/>
            </a:lvl1pPr>
          </a:lstStyle>
          <a:p>
            <a:r>
              <a:rPr lang="en-GB"/>
              <a:t>Click icon to add picture</a:t>
            </a:r>
          </a:p>
        </p:txBody>
      </p:sp>
    </p:spTree>
    <p:extLst>
      <p:ext uri="{BB962C8B-B14F-4D97-AF65-F5344CB8AC3E}">
        <p14:creationId xmlns:p14="http://schemas.microsoft.com/office/powerpoint/2010/main" val="38388154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s dark back">
    <p:bg>
      <p:bgPr>
        <a:solidFill>
          <a:srgbClr val="007585"/>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chemeClr val="bg1"/>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pPr lvl="0"/>
            <a:r>
              <a:rPr lang="en-GB"/>
              <a:t>Click to add subtitle</a:t>
            </a:r>
            <a:endParaRPr lang="en-US"/>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bg1"/>
                </a:solidFill>
                <a:latin typeface="Helvetica Now Text" panose="020B0504030202020204" pitchFamily="34" charset="77"/>
              </a:defRPr>
            </a:lvl1pPr>
          </a:lstStyle>
          <a:p>
            <a:r>
              <a:rPr lang="en-GB"/>
              <a:t>Legal Copy Helvetica Regular 8/9.6 Black</a:t>
            </a:r>
          </a:p>
        </p:txBody>
      </p:sp>
      <p:sp>
        <p:nvSpPr>
          <p:cNvPr id="9" name="Text Placeholder 8">
            <a:extLst>
              <a:ext uri="{FF2B5EF4-FFF2-40B4-BE49-F238E27FC236}">
                <a16:creationId xmlns:a16="http://schemas.microsoft.com/office/drawing/2014/main" id="{0DD1AB83-01DE-0A49-98C3-4736CB7E9B49}"/>
              </a:ext>
            </a:extLst>
          </p:cNvPr>
          <p:cNvSpPr>
            <a:spLocks noGrp="1"/>
          </p:cNvSpPr>
          <p:nvPr>
            <p:ph type="body" sz="quarter" idx="14" hasCustomPrompt="1"/>
          </p:nvPr>
        </p:nvSpPr>
        <p:spPr>
          <a:xfrm>
            <a:off x="2269609" y="3131432"/>
            <a:ext cx="3630613" cy="3726568"/>
          </a:xfrm>
        </p:spPr>
        <p:txBody>
          <a:bodyPr/>
          <a:lstStyle>
            <a:lvl1pPr marL="712788" indent="-712788">
              <a:spcAft>
                <a:spcPts val="0"/>
              </a:spcAft>
              <a:tabLst/>
              <a:defRPr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00	Type number then a tab, then the contents text. Make the numbers bold</a:t>
            </a:r>
          </a:p>
        </p:txBody>
      </p:sp>
      <p:sp>
        <p:nvSpPr>
          <p:cNvPr id="12" name="Text Placeholder 8">
            <a:extLst>
              <a:ext uri="{FF2B5EF4-FFF2-40B4-BE49-F238E27FC236}">
                <a16:creationId xmlns:a16="http://schemas.microsoft.com/office/drawing/2014/main" id="{FE7811F0-B8DA-4A4B-AB9D-AC55F824C77B}"/>
              </a:ext>
            </a:extLst>
          </p:cNvPr>
          <p:cNvSpPr>
            <a:spLocks noGrp="1"/>
          </p:cNvSpPr>
          <p:nvPr>
            <p:ph type="body" sz="quarter" idx="15" hasCustomPrompt="1"/>
          </p:nvPr>
        </p:nvSpPr>
        <p:spPr>
          <a:xfrm>
            <a:off x="7622052" y="3131432"/>
            <a:ext cx="3630613" cy="3726568"/>
          </a:xfrm>
        </p:spPr>
        <p:txBody>
          <a:bodyPr/>
          <a:lstStyle>
            <a:lvl1pPr marL="712788" indent="-712788">
              <a:spcAft>
                <a:spcPts val="0"/>
              </a:spcAft>
              <a:tabLst/>
              <a:defRPr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00	Type number then a tab, then the contents text. Make the numbers bold</a:t>
            </a:r>
          </a:p>
        </p:txBody>
      </p:sp>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p:txBody>
          <a:bodyPr/>
          <a:lstStyle>
            <a:lvl1pPr>
              <a:defRPr>
                <a:solidFill>
                  <a:schemeClr val="bg1"/>
                </a:solidFill>
              </a:defRPr>
            </a:lvl1pPr>
          </a:lstStyle>
          <a:p>
            <a:r>
              <a:rPr lang="en-GB"/>
              <a:t>Contents – click to add title</a:t>
            </a:r>
          </a:p>
        </p:txBody>
      </p:sp>
      <p:pic>
        <p:nvPicPr>
          <p:cNvPr id="2" name="Graphic 1">
            <a:extLst>
              <a:ext uri="{FF2B5EF4-FFF2-40B4-BE49-F238E27FC236}">
                <a16:creationId xmlns:a16="http://schemas.microsoft.com/office/drawing/2014/main" id="{AA3C8450-3F76-EDFB-E753-BC49368F07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7162902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pPr lvl="0"/>
            <a:r>
              <a:rPr lang="en-GB"/>
              <a:t>Click to add subhead</a:t>
            </a:r>
            <a:endParaRPr lang="en-US"/>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10" name="Picture Placeholder 9">
            <a:extLst>
              <a:ext uri="{FF2B5EF4-FFF2-40B4-BE49-F238E27FC236}">
                <a16:creationId xmlns:a16="http://schemas.microsoft.com/office/drawing/2014/main" id="{13ABD6EA-57B1-E841-A2FC-D564D9E5FDC6}"/>
              </a:ext>
            </a:extLst>
          </p:cNvPr>
          <p:cNvSpPr>
            <a:spLocks noGrp="1"/>
          </p:cNvSpPr>
          <p:nvPr>
            <p:ph type="pic" sz="quarter" idx="14"/>
          </p:nvPr>
        </p:nvSpPr>
        <p:spPr>
          <a:xfrm>
            <a:off x="2293035" y="3124200"/>
            <a:ext cx="3796869" cy="4614325"/>
          </a:xfrm>
          <a:noFill/>
        </p:spPr>
        <p:txBody>
          <a:bodyPr/>
          <a:lstStyle>
            <a:lvl1pPr>
              <a:defRPr b="0"/>
            </a:lvl1pPr>
          </a:lstStyle>
          <a:p>
            <a:r>
              <a:rPr lang="en-US"/>
              <a:t>Click icon to add picture</a:t>
            </a:r>
            <a:endParaRPr lang="en-GB"/>
          </a:p>
        </p:txBody>
      </p:sp>
      <p:sp>
        <p:nvSpPr>
          <p:cNvPr id="12" name="Text Placeholder 11">
            <a:extLst>
              <a:ext uri="{FF2B5EF4-FFF2-40B4-BE49-F238E27FC236}">
                <a16:creationId xmlns:a16="http://schemas.microsoft.com/office/drawing/2014/main" id="{6610D141-49A2-A047-8FB7-140EBDBBC4B0}"/>
              </a:ext>
            </a:extLst>
          </p:cNvPr>
          <p:cNvSpPr>
            <a:spLocks noGrp="1"/>
          </p:cNvSpPr>
          <p:nvPr>
            <p:ph type="body" sz="quarter" idx="15" hasCustomPrompt="1"/>
          </p:nvPr>
        </p:nvSpPr>
        <p:spPr>
          <a:xfrm>
            <a:off x="2264900" y="8003904"/>
            <a:ext cx="3812344" cy="2392363"/>
          </a:xfrm>
        </p:spPr>
        <p:txBody>
          <a:bodyPr/>
          <a:lstStyle>
            <a:lvl1pPr>
              <a:lnSpc>
                <a:spcPct val="100000"/>
              </a:lnSpc>
              <a:spcAft>
                <a:spcPts val="600"/>
              </a:spcAft>
              <a:defRPr>
                <a:solidFill>
                  <a:schemeClr val="tx1"/>
                </a:solidFill>
              </a:defRPr>
            </a:lvl1pPr>
            <a:lvl2pPr>
              <a:lnSpc>
                <a:spcPct val="117000"/>
              </a:lnSpc>
              <a:spcAft>
                <a:spcPts val="10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a:t>Type Name First level, Job title second level</a:t>
            </a:r>
          </a:p>
          <a:p>
            <a:pPr lvl="1"/>
            <a:r>
              <a:rPr lang="en-GB"/>
              <a:t>Second level</a:t>
            </a:r>
          </a:p>
        </p:txBody>
      </p:sp>
      <p:sp>
        <p:nvSpPr>
          <p:cNvPr id="13" name="Picture Placeholder 9">
            <a:extLst>
              <a:ext uri="{FF2B5EF4-FFF2-40B4-BE49-F238E27FC236}">
                <a16:creationId xmlns:a16="http://schemas.microsoft.com/office/drawing/2014/main" id="{37A97B9B-8660-E34D-8A5E-ED215B1104FD}"/>
              </a:ext>
            </a:extLst>
          </p:cNvPr>
          <p:cNvSpPr>
            <a:spLocks noGrp="1"/>
          </p:cNvSpPr>
          <p:nvPr>
            <p:ph type="pic" sz="quarter" idx="16"/>
          </p:nvPr>
        </p:nvSpPr>
        <p:spPr>
          <a:xfrm>
            <a:off x="7620001" y="3124200"/>
            <a:ext cx="3796869" cy="4614325"/>
          </a:xfrm>
          <a:noFill/>
        </p:spPr>
        <p:txBody>
          <a:bodyPr/>
          <a:lstStyle>
            <a:lvl1pPr>
              <a:defRPr b="0"/>
            </a:lvl1pPr>
          </a:lstStyle>
          <a:p>
            <a:r>
              <a:rPr lang="en-US"/>
              <a:t>Click icon to add picture</a:t>
            </a:r>
            <a:endParaRPr lang="en-GB"/>
          </a:p>
        </p:txBody>
      </p:sp>
      <p:sp>
        <p:nvSpPr>
          <p:cNvPr id="14" name="Text Placeholder 11">
            <a:extLst>
              <a:ext uri="{FF2B5EF4-FFF2-40B4-BE49-F238E27FC236}">
                <a16:creationId xmlns:a16="http://schemas.microsoft.com/office/drawing/2014/main" id="{9BEC9BDE-AEC9-004B-A6D3-C047F4216329}"/>
              </a:ext>
            </a:extLst>
          </p:cNvPr>
          <p:cNvSpPr>
            <a:spLocks noGrp="1"/>
          </p:cNvSpPr>
          <p:nvPr>
            <p:ph type="body" sz="quarter" idx="17" hasCustomPrompt="1"/>
          </p:nvPr>
        </p:nvSpPr>
        <p:spPr>
          <a:xfrm>
            <a:off x="7596555" y="8003904"/>
            <a:ext cx="3812344" cy="2392363"/>
          </a:xfrm>
        </p:spPr>
        <p:txBody>
          <a:bodyPr/>
          <a:lstStyle>
            <a:lvl1pPr marL="0" marR="0" indent="0" algn="l" defTabSz="1828709" rtl="0" eaLnBrk="1" fontAlgn="auto" latinLnBrk="0" hangingPunct="1">
              <a:lnSpc>
                <a:spcPct val="100000"/>
              </a:lnSpc>
              <a:spcBef>
                <a:spcPts val="0"/>
              </a:spcBef>
              <a:spcAft>
                <a:spcPts val="600"/>
              </a:spcAft>
              <a:buClrTx/>
              <a:buSzTx/>
              <a:buFont typeface="Arial" panose="020B0604020202020204" pitchFamily="34" charset="0"/>
              <a:buNone/>
              <a:tabLst/>
              <a:defRPr>
                <a:solidFill>
                  <a:schemeClr val="tx1"/>
                </a:solidFill>
              </a:defRPr>
            </a:lvl1pPr>
            <a:lvl2pPr>
              <a:lnSpc>
                <a:spcPct val="117000"/>
              </a:lnSpc>
              <a:spcAft>
                <a:spcPts val="10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a:t>Type Name First level, Job title second level</a:t>
            </a:r>
          </a:p>
          <a:p>
            <a:pPr lvl="1"/>
            <a:r>
              <a:rPr lang="en-GB"/>
              <a:t>Second level</a:t>
            </a:r>
          </a:p>
        </p:txBody>
      </p:sp>
      <p:sp>
        <p:nvSpPr>
          <p:cNvPr id="15" name="Picture Placeholder 9">
            <a:extLst>
              <a:ext uri="{FF2B5EF4-FFF2-40B4-BE49-F238E27FC236}">
                <a16:creationId xmlns:a16="http://schemas.microsoft.com/office/drawing/2014/main" id="{1591472C-0982-C04B-B734-610F55B85769}"/>
              </a:ext>
            </a:extLst>
          </p:cNvPr>
          <p:cNvSpPr>
            <a:spLocks noGrp="1"/>
          </p:cNvSpPr>
          <p:nvPr>
            <p:ph type="pic" sz="quarter" idx="18"/>
          </p:nvPr>
        </p:nvSpPr>
        <p:spPr>
          <a:xfrm>
            <a:off x="12946967" y="3124200"/>
            <a:ext cx="3796869" cy="4614325"/>
          </a:xfrm>
          <a:noFill/>
        </p:spPr>
        <p:txBody>
          <a:bodyPr/>
          <a:lstStyle>
            <a:lvl1pPr>
              <a:defRPr b="0"/>
            </a:lvl1pPr>
          </a:lstStyle>
          <a:p>
            <a:r>
              <a:rPr lang="en-US"/>
              <a:t>Click icon to add picture</a:t>
            </a:r>
            <a:endParaRPr lang="en-GB"/>
          </a:p>
        </p:txBody>
      </p:sp>
      <p:sp>
        <p:nvSpPr>
          <p:cNvPr id="16" name="Text Placeholder 11">
            <a:extLst>
              <a:ext uri="{FF2B5EF4-FFF2-40B4-BE49-F238E27FC236}">
                <a16:creationId xmlns:a16="http://schemas.microsoft.com/office/drawing/2014/main" id="{960251DD-ACC3-EA47-91CA-CB389DDF49AA}"/>
              </a:ext>
            </a:extLst>
          </p:cNvPr>
          <p:cNvSpPr>
            <a:spLocks noGrp="1"/>
          </p:cNvSpPr>
          <p:nvPr>
            <p:ph type="body" sz="quarter" idx="19" hasCustomPrompt="1"/>
          </p:nvPr>
        </p:nvSpPr>
        <p:spPr>
          <a:xfrm>
            <a:off x="12928210" y="8003904"/>
            <a:ext cx="3812344" cy="2392363"/>
          </a:xfrm>
        </p:spPr>
        <p:txBody>
          <a:bodyPr/>
          <a:lstStyle>
            <a:lvl1pPr marL="0" marR="0" indent="0" algn="l" defTabSz="1828709" rtl="0" eaLnBrk="1" fontAlgn="auto" latinLnBrk="0" hangingPunct="1">
              <a:lnSpc>
                <a:spcPct val="100000"/>
              </a:lnSpc>
              <a:spcBef>
                <a:spcPts val="0"/>
              </a:spcBef>
              <a:spcAft>
                <a:spcPts val="600"/>
              </a:spcAft>
              <a:buClrTx/>
              <a:buSzTx/>
              <a:buFont typeface="Arial" panose="020B0604020202020204" pitchFamily="34" charset="0"/>
              <a:buNone/>
              <a:tabLst/>
              <a:defRPr>
                <a:solidFill>
                  <a:schemeClr val="tx1"/>
                </a:solidFill>
              </a:defRPr>
            </a:lvl1pPr>
            <a:lvl2pPr>
              <a:lnSpc>
                <a:spcPct val="117000"/>
              </a:lnSpc>
              <a:spcAft>
                <a:spcPts val="10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a:t>Type Name First level, Job title second level</a:t>
            </a:r>
          </a:p>
          <a:p>
            <a:pPr lvl="1"/>
            <a:r>
              <a:rPr lang="en-GB"/>
              <a:t>Second level</a:t>
            </a:r>
          </a:p>
        </p:txBody>
      </p:sp>
      <p:sp>
        <p:nvSpPr>
          <p:cNvPr id="17" name="Picture Placeholder 9">
            <a:extLst>
              <a:ext uri="{FF2B5EF4-FFF2-40B4-BE49-F238E27FC236}">
                <a16:creationId xmlns:a16="http://schemas.microsoft.com/office/drawing/2014/main" id="{313F46F7-0EF6-244D-A236-B4BEBB2D08F1}"/>
              </a:ext>
            </a:extLst>
          </p:cNvPr>
          <p:cNvSpPr>
            <a:spLocks noGrp="1"/>
          </p:cNvSpPr>
          <p:nvPr>
            <p:ph type="pic" sz="quarter" idx="20"/>
          </p:nvPr>
        </p:nvSpPr>
        <p:spPr>
          <a:xfrm>
            <a:off x="18273933" y="3124200"/>
            <a:ext cx="3796869" cy="4614325"/>
          </a:xfrm>
          <a:noFill/>
        </p:spPr>
        <p:txBody>
          <a:bodyPr/>
          <a:lstStyle>
            <a:lvl1pPr>
              <a:defRPr b="0"/>
            </a:lvl1pPr>
          </a:lstStyle>
          <a:p>
            <a:r>
              <a:rPr lang="en-US"/>
              <a:t>Click icon to add picture</a:t>
            </a:r>
            <a:endParaRPr lang="en-GB"/>
          </a:p>
        </p:txBody>
      </p:sp>
      <p:sp>
        <p:nvSpPr>
          <p:cNvPr id="18" name="Text Placeholder 11">
            <a:extLst>
              <a:ext uri="{FF2B5EF4-FFF2-40B4-BE49-F238E27FC236}">
                <a16:creationId xmlns:a16="http://schemas.microsoft.com/office/drawing/2014/main" id="{143326D2-32A3-424F-A62C-215653886E75}"/>
              </a:ext>
            </a:extLst>
          </p:cNvPr>
          <p:cNvSpPr>
            <a:spLocks noGrp="1"/>
          </p:cNvSpPr>
          <p:nvPr>
            <p:ph type="body" sz="quarter" idx="21" hasCustomPrompt="1"/>
          </p:nvPr>
        </p:nvSpPr>
        <p:spPr>
          <a:xfrm>
            <a:off x="18245798" y="8003904"/>
            <a:ext cx="3812344" cy="2392363"/>
          </a:xfrm>
        </p:spPr>
        <p:txBody>
          <a:bodyPr/>
          <a:lstStyle>
            <a:lvl1pPr marL="0" marR="0" indent="0" algn="l" defTabSz="1828709" rtl="0" eaLnBrk="1" fontAlgn="auto" latinLnBrk="0" hangingPunct="1">
              <a:lnSpc>
                <a:spcPct val="100000"/>
              </a:lnSpc>
              <a:spcBef>
                <a:spcPts val="0"/>
              </a:spcBef>
              <a:spcAft>
                <a:spcPts val="600"/>
              </a:spcAft>
              <a:buClrTx/>
              <a:buSzTx/>
              <a:buFont typeface="Arial" panose="020B0604020202020204" pitchFamily="34" charset="0"/>
              <a:buNone/>
              <a:tabLst/>
              <a:defRPr>
                <a:solidFill>
                  <a:schemeClr val="tx1"/>
                </a:solidFill>
              </a:defRPr>
            </a:lvl1pPr>
            <a:lvl2pPr>
              <a:lnSpc>
                <a:spcPct val="117000"/>
              </a:lnSpc>
              <a:spcAft>
                <a:spcPts val="1000"/>
              </a:spcAft>
              <a:defRPr>
                <a:solidFill>
                  <a:schemeClr val="tx1"/>
                </a:solidFill>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a:t>Type Name First level, Job title second level</a:t>
            </a:r>
          </a:p>
          <a:p>
            <a:pPr lvl="1"/>
            <a:r>
              <a:rPr lang="en-GB"/>
              <a:t>Second level</a:t>
            </a:r>
          </a:p>
        </p:txBody>
      </p:sp>
      <p:sp>
        <p:nvSpPr>
          <p:cNvPr id="19" name="Title 18">
            <a:extLst>
              <a:ext uri="{FF2B5EF4-FFF2-40B4-BE49-F238E27FC236}">
                <a16:creationId xmlns:a16="http://schemas.microsoft.com/office/drawing/2014/main" id="{57B7E86D-DAE6-8745-948F-8FCF64B1EEF4}"/>
              </a:ext>
            </a:extLst>
          </p:cNvPr>
          <p:cNvSpPr>
            <a:spLocks noGrp="1"/>
          </p:cNvSpPr>
          <p:nvPr>
            <p:ph type="title" hasCustomPrompt="1"/>
          </p:nvPr>
        </p:nvSpPr>
        <p:spPr/>
        <p:txBody>
          <a:bodyPr/>
          <a:lstStyle>
            <a:lvl1pPr>
              <a:defRPr>
                <a:solidFill>
                  <a:srgbClr val="262836"/>
                </a:solidFill>
              </a:defRPr>
            </a:lvl1pPr>
          </a:lstStyle>
          <a:p>
            <a:r>
              <a:rPr lang="en-GB"/>
              <a:t>Speakers – click to add title</a:t>
            </a:r>
          </a:p>
        </p:txBody>
      </p:sp>
      <p:pic>
        <p:nvPicPr>
          <p:cNvPr id="2" name="Graphic 1">
            <a:extLst>
              <a:ext uri="{FF2B5EF4-FFF2-40B4-BE49-F238E27FC236}">
                <a16:creationId xmlns:a16="http://schemas.microsoft.com/office/drawing/2014/main" id="{5C6232EB-5B89-9DA8-5C01-128BE0ECC4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23319992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12" name="Text Placeholder 11">
            <a:extLst>
              <a:ext uri="{FF2B5EF4-FFF2-40B4-BE49-F238E27FC236}">
                <a16:creationId xmlns:a16="http://schemas.microsoft.com/office/drawing/2014/main" id="{6610D141-49A2-A047-8FB7-140EBDBBC4B0}"/>
              </a:ext>
            </a:extLst>
          </p:cNvPr>
          <p:cNvSpPr>
            <a:spLocks noGrp="1"/>
          </p:cNvSpPr>
          <p:nvPr>
            <p:ph type="body" sz="quarter" idx="15" hasCustomPrompt="1"/>
          </p:nvPr>
        </p:nvSpPr>
        <p:spPr>
          <a:xfrm>
            <a:off x="2250832" y="4537442"/>
            <a:ext cx="3812344" cy="2392363"/>
          </a:xfrm>
        </p:spPr>
        <p:txBody>
          <a:bodyPr/>
          <a:lstStyle>
            <a:lvl1pPr>
              <a:lnSpc>
                <a:spcPct val="100000"/>
              </a:lnSpc>
              <a:spcAft>
                <a:spcPts val="1200"/>
              </a:spcAft>
              <a:defRPr>
                <a:solidFill>
                  <a:schemeClr val="tx1"/>
                </a:solidFill>
              </a:defRPr>
            </a:lvl1pPr>
            <a:lvl2pPr>
              <a:lnSpc>
                <a:spcPct val="117000"/>
              </a:lnSpc>
              <a:spcAft>
                <a:spcPts val="1000"/>
              </a:spcAft>
              <a:defRPr b="0" i="0">
                <a:solidFill>
                  <a:schemeClr val="tx1"/>
                </a:solidFill>
                <a:latin typeface="Helvetica Now Text" panose="020B0504030202020204" pitchFamily="34" charset="77"/>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a:t>Type a subheading – First level. Type text Second level</a:t>
            </a:r>
          </a:p>
          <a:p>
            <a:pPr lvl="1"/>
            <a:r>
              <a:rPr lang="en-GB"/>
              <a:t>Second level</a:t>
            </a:r>
          </a:p>
        </p:txBody>
      </p:sp>
      <p:sp>
        <p:nvSpPr>
          <p:cNvPr id="19" name="Text Placeholder 2">
            <a:extLst>
              <a:ext uri="{FF2B5EF4-FFF2-40B4-BE49-F238E27FC236}">
                <a16:creationId xmlns:a16="http://schemas.microsoft.com/office/drawing/2014/main" id="{E49045D9-F474-534B-B66E-E6ADDDF84880}"/>
              </a:ext>
            </a:extLst>
          </p:cNvPr>
          <p:cNvSpPr>
            <a:spLocks noGrp="1"/>
          </p:cNvSpPr>
          <p:nvPr>
            <p:ph type="body" idx="1" hasCustomPrompt="1"/>
          </p:nvPr>
        </p:nvSpPr>
        <p:spPr>
          <a:xfrm>
            <a:off x="2049556" y="2945890"/>
            <a:ext cx="4214896" cy="1647824"/>
          </a:xfrm>
        </p:spPr>
        <p:txBody>
          <a:bodyPr anchor="t"/>
          <a:lstStyle>
            <a:lvl1pPr marL="0" indent="0" algn="ctr">
              <a:spcAft>
                <a:spcPts val="0"/>
              </a:spcAft>
              <a:buNone/>
              <a:defRPr sz="10000" b="0" i="0" spc="-100" baseline="0">
                <a:solidFill>
                  <a:schemeClr val="tx1"/>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00:00</a:t>
            </a:r>
          </a:p>
        </p:txBody>
      </p:sp>
      <p:sp>
        <p:nvSpPr>
          <p:cNvPr id="20" name="Text Placeholder 2">
            <a:extLst>
              <a:ext uri="{FF2B5EF4-FFF2-40B4-BE49-F238E27FC236}">
                <a16:creationId xmlns:a16="http://schemas.microsoft.com/office/drawing/2014/main" id="{54251FBB-F5DB-CF4D-9F5D-7C56555892F7}"/>
              </a:ext>
            </a:extLst>
          </p:cNvPr>
          <p:cNvSpPr>
            <a:spLocks noGrp="1"/>
          </p:cNvSpPr>
          <p:nvPr>
            <p:ph type="body" idx="16" hasCustomPrompt="1"/>
          </p:nvPr>
        </p:nvSpPr>
        <p:spPr>
          <a:xfrm>
            <a:off x="7405691" y="2945890"/>
            <a:ext cx="4214896" cy="1647824"/>
          </a:xfrm>
        </p:spPr>
        <p:txBody>
          <a:bodyPr anchor="t"/>
          <a:lstStyle>
            <a:lvl1pPr marL="0" indent="0" algn="ctr">
              <a:spcAft>
                <a:spcPts val="0"/>
              </a:spcAft>
              <a:buNone/>
              <a:defRPr sz="10000" b="0" i="0" spc="-100" baseline="0">
                <a:solidFill>
                  <a:schemeClr val="tx1"/>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00:00</a:t>
            </a:r>
          </a:p>
        </p:txBody>
      </p:sp>
      <p:sp>
        <p:nvSpPr>
          <p:cNvPr id="21" name="Text Placeholder 2">
            <a:extLst>
              <a:ext uri="{FF2B5EF4-FFF2-40B4-BE49-F238E27FC236}">
                <a16:creationId xmlns:a16="http://schemas.microsoft.com/office/drawing/2014/main" id="{F79A4968-9A45-1F43-9FBF-F939A432017B}"/>
              </a:ext>
            </a:extLst>
          </p:cNvPr>
          <p:cNvSpPr>
            <a:spLocks noGrp="1"/>
          </p:cNvSpPr>
          <p:nvPr>
            <p:ph type="body" idx="17" hasCustomPrompt="1"/>
          </p:nvPr>
        </p:nvSpPr>
        <p:spPr>
          <a:xfrm>
            <a:off x="12761826" y="2945890"/>
            <a:ext cx="4214896" cy="1647824"/>
          </a:xfrm>
        </p:spPr>
        <p:txBody>
          <a:bodyPr anchor="t"/>
          <a:lstStyle>
            <a:lvl1pPr marL="0" indent="0" algn="ctr">
              <a:spcAft>
                <a:spcPts val="0"/>
              </a:spcAft>
              <a:buNone/>
              <a:defRPr sz="10000" b="0" i="0" spc="-100" baseline="0">
                <a:solidFill>
                  <a:schemeClr val="accent2"/>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00:00</a:t>
            </a:r>
          </a:p>
        </p:txBody>
      </p:sp>
      <p:sp>
        <p:nvSpPr>
          <p:cNvPr id="22" name="Text Placeholder 2">
            <a:extLst>
              <a:ext uri="{FF2B5EF4-FFF2-40B4-BE49-F238E27FC236}">
                <a16:creationId xmlns:a16="http://schemas.microsoft.com/office/drawing/2014/main" id="{81177350-D59D-1A4B-866F-F6B33BFE23C9}"/>
              </a:ext>
            </a:extLst>
          </p:cNvPr>
          <p:cNvSpPr>
            <a:spLocks noGrp="1"/>
          </p:cNvSpPr>
          <p:nvPr>
            <p:ph type="body" idx="18" hasCustomPrompt="1"/>
          </p:nvPr>
        </p:nvSpPr>
        <p:spPr>
          <a:xfrm>
            <a:off x="18117961" y="2945890"/>
            <a:ext cx="4214896" cy="1647824"/>
          </a:xfrm>
        </p:spPr>
        <p:txBody>
          <a:bodyPr anchor="t"/>
          <a:lstStyle>
            <a:lvl1pPr marL="0" indent="0" algn="ctr">
              <a:spcAft>
                <a:spcPts val="0"/>
              </a:spcAft>
              <a:buNone/>
              <a:defRPr sz="10000" b="0" i="0" spc="-100" baseline="0">
                <a:solidFill>
                  <a:schemeClr val="tx1"/>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00:00</a:t>
            </a:r>
          </a:p>
        </p:txBody>
      </p:sp>
      <p:sp>
        <p:nvSpPr>
          <p:cNvPr id="23" name="Text Placeholder 11">
            <a:extLst>
              <a:ext uri="{FF2B5EF4-FFF2-40B4-BE49-F238E27FC236}">
                <a16:creationId xmlns:a16="http://schemas.microsoft.com/office/drawing/2014/main" id="{CFCF217A-3A08-6B4F-B3FF-408C4E3EF83E}"/>
              </a:ext>
            </a:extLst>
          </p:cNvPr>
          <p:cNvSpPr>
            <a:spLocks noGrp="1"/>
          </p:cNvSpPr>
          <p:nvPr>
            <p:ph type="body" sz="quarter" idx="19" hasCustomPrompt="1"/>
          </p:nvPr>
        </p:nvSpPr>
        <p:spPr>
          <a:xfrm>
            <a:off x="7582488" y="4537442"/>
            <a:ext cx="3812344" cy="2392363"/>
          </a:xfrm>
        </p:spPr>
        <p:txBody>
          <a:bodyPr/>
          <a:lstStyle>
            <a:lvl1pPr>
              <a:lnSpc>
                <a:spcPct val="100000"/>
              </a:lnSpc>
              <a:spcAft>
                <a:spcPts val="1200"/>
              </a:spcAft>
              <a:defRPr>
                <a:solidFill>
                  <a:schemeClr val="tx1"/>
                </a:solidFill>
              </a:defRPr>
            </a:lvl1pPr>
            <a:lvl2pPr>
              <a:lnSpc>
                <a:spcPct val="117000"/>
              </a:lnSpc>
              <a:spcAft>
                <a:spcPts val="1000"/>
              </a:spcAft>
              <a:defRPr b="0" i="0">
                <a:solidFill>
                  <a:schemeClr val="tx1"/>
                </a:solidFill>
                <a:latin typeface="Helvetica Now Text" panose="020B0504030202020204" pitchFamily="34" charset="77"/>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a:t>Type a subheading – First level. Type text Second level</a:t>
            </a:r>
          </a:p>
          <a:p>
            <a:pPr lvl="1"/>
            <a:r>
              <a:rPr lang="en-GB"/>
              <a:t>Second level</a:t>
            </a:r>
          </a:p>
        </p:txBody>
      </p:sp>
      <p:sp>
        <p:nvSpPr>
          <p:cNvPr id="24" name="Text Placeholder 11">
            <a:extLst>
              <a:ext uri="{FF2B5EF4-FFF2-40B4-BE49-F238E27FC236}">
                <a16:creationId xmlns:a16="http://schemas.microsoft.com/office/drawing/2014/main" id="{2A7FD1F4-E4CD-AF49-AF5B-9130F9B4A088}"/>
              </a:ext>
            </a:extLst>
          </p:cNvPr>
          <p:cNvSpPr>
            <a:spLocks noGrp="1"/>
          </p:cNvSpPr>
          <p:nvPr>
            <p:ph type="body" sz="quarter" idx="20" hasCustomPrompt="1"/>
          </p:nvPr>
        </p:nvSpPr>
        <p:spPr>
          <a:xfrm>
            <a:off x="12914144" y="4537442"/>
            <a:ext cx="3812344" cy="2392363"/>
          </a:xfrm>
        </p:spPr>
        <p:txBody>
          <a:bodyPr/>
          <a:lstStyle>
            <a:lvl1pPr>
              <a:lnSpc>
                <a:spcPct val="100000"/>
              </a:lnSpc>
              <a:spcAft>
                <a:spcPts val="1200"/>
              </a:spcAft>
              <a:defRPr>
                <a:solidFill>
                  <a:schemeClr val="tx1"/>
                </a:solidFill>
              </a:defRPr>
            </a:lvl1pPr>
            <a:lvl2pPr>
              <a:lnSpc>
                <a:spcPct val="117000"/>
              </a:lnSpc>
              <a:spcAft>
                <a:spcPts val="1000"/>
              </a:spcAft>
              <a:defRPr b="0" i="0">
                <a:solidFill>
                  <a:schemeClr val="tx1"/>
                </a:solidFill>
                <a:latin typeface="Helvetica Now Text" panose="020B0504030202020204" pitchFamily="34" charset="77"/>
              </a:defRPr>
            </a:lvl2pPr>
            <a:lvl3pPr>
              <a:lnSpc>
                <a:spcPct val="117000"/>
              </a:lnSpc>
              <a:defRPr>
                <a:solidFill>
                  <a:schemeClr val="tx2"/>
                </a:solidFill>
              </a:defRPr>
            </a:lvl3pPr>
            <a:lvl4pPr>
              <a:lnSpc>
                <a:spcPct val="117000"/>
              </a:lnSpc>
              <a:defRPr>
                <a:solidFill>
                  <a:schemeClr val="tx2"/>
                </a:solidFill>
              </a:defRPr>
            </a:lvl4pPr>
            <a:lvl5pPr>
              <a:lnSpc>
                <a:spcPct val="117000"/>
              </a:lnSpc>
              <a:defRPr>
                <a:solidFill>
                  <a:schemeClr val="tx2"/>
                </a:solidFill>
              </a:defRPr>
            </a:lvl5pPr>
          </a:lstStyle>
          <a:p>
            <a:pPr lvl="0"/>
            <a:r>
              <a:rPr lang="en-GB"/>
              <a:t>Type a subheading – First level. Type text Second level</a:t>
            </a:r>
          </a:p>
          <a:p>
            <a:pPr lvl="1"/>
            <a:r>
              <a:rPr lang="en-GB"/>
              <a:t>Second level</a:t>
            </a:r>
          </a:p>
        </p:txBody>
      </p:sp>
      <p:sp>
        <p:nvSpPr>
          <p:cNvPr id="25" name="Text Placeholder 11">
            <a:extLst>
              <a:ext uri="{FF2B5EF4-FFF2-40B4-BE49-F238E27FC236}">
                <a16:creationId xmlns:a16="http://schemas.microsoft.com/office/drawing/2014/main" id="{5C32491C-7CCF-1342-BDE0-FE357B42D453}"/>
              </a:ext>
            </a:extLst>
          </p:cNvPr>
          <p:cNvSpPr>
            <a:spLocks noGrp="1"/>
          </p:cNvSpPr>
          <p:nvPr>
            <p:ph type="body" sz="quarter" idx="21" hasCustomPrompt="1"/>
          </p:nvPr>
        </p:nvSpPr>
        <p:spPr>
          <a:xfrm>
            <a:off x="18245799" y="4537442"/>
            <a:ext cx="3812344" cy="2392363"/>
          </a:xfrm>
        </p:spPr>
        <p:txBody>
          <a:bodyPr/>
          <a:lstStyle>
            <a:lvl1pPr>
              <a:lnSpc>
                <a:spcPct val="100000"/>
              </a:lnSpc>
              <a:spcAft>
                <a:spcPts val="1200"/>
              </a:spcAft>
              <a:defRPr>
                <a:solidFill>
                  <a:schemeClr val="tx1"/>
                </a:solidFill>
              </a:defRPr>
            </a:lvl1pPr>
            <a:lvl2pPr>
              <a:lnSpc>
                <a:spcPct val="117000"/>
              </a:lnSpc>
              <a:spcAft>
                <a:spcPts val="1000"/>
              </a:spcAft>
              <a:defRPr b="0" i="0">
                <a:solidFill>
                  <a:schemeClr val="tx1"/>
                </a:solidFill>
                <a:latin typeface="Helvetica Now Text" panose="020B0504030202020204" pitchFamily="34" charset="77"/>
              </a:defRPr>
            </a:lvl2pPr>
            <a:lvl3pPr>
              <a:lnSpc>
                <a:spcPct val="117000"/>
              </a:lnSpc>
              <a:defRPr>
                <a:solidFill>
                  <a:schemeClr val="tx1"/>
                </a:solidFill>
              </a:defRPr>
            </a:lvl3pPr>
            <a:lvl4pPr>
              <a:lnSpc>
                <a:spcPct val="117000"/>
              </a:lnSpc>
              <a:defRPr>
                <a:solidFill>
                  <a:schemeClr val="tx1"/>
                </a:solidFill>
              </a:defRPr>
            </a:lvl4pPr>
            <a:lvl5pPr>
              <a:lnSpc>
                <a:spcPct val="117000"/>
              </a:lnSpc>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Type a subheading – First level. Type text Second level</a:t>
            </a:r>
          </a:p>
          <a:p>
            <a:pPr lvl="1"/>
            <a:r>
              <a:rPr lang="en-GB"/>
              <a:t>Second level</a:t>
            </a:r>
          </a:p>
        </p:txBody>
      </p:sp>
      <p:sp>
        <p:nvSpPr>
          <p:cNvPr id="5" name="Title 4">
            <a:extLst>
              <a:ext uri="{FF2B5EF4-FFF2-40B4-BE49-F238E27FC236}">
                <a16:creationId xmlns:a16="http://schemas.microsoft.com/office/drawing/2014/main" id="{CE94A118-9ACE-1944-A522-D064A28911A7}"/>
              </a:ext>
            </a:extLst>
          </p:cNvPr>
          <p:cNvSpPr>
            <a:spLocks noGrp="1"/>
          </p:cNvSpPr>
          <p:nvPr>
            <p:ph type="title" hasCustomPrompt="1"/>
          </p:nvPr>
        </p:nvSpPr>
        <p:spPr/>
        <p:txBody>
          <a:bodyPr/>
          <a:lstStyle>
            <a:lvl1pPr>
              <a:defRPr>
                <a:solidFill>
                  <a:srgbClr val="262836"/>
                </a:solidFill>
              </a:defRPr>
            </a:lvl1pPr>
          </a:lstStyle>
          <a:p>
            <a:r>
              <a:rPr lang="en-GB"/>
              <a:t>Agenda – click to add title</a:t>
            </a:r>
          </a:p>
        </p:txBody>
      </p:sp>
      <p:pic>
        <p:nvPicPr>
          <p:cNvPr id="2" name="Graphic 1">
            <a:extLst>
              <a:ext uri="{FF2B5EF4-FFF2-40B4-BE49-F238E27FC236}">
                <a16:creationId xmlns:a16="http://schemas.microsoft.com/office/drawing/2014/main" id="{A447D356-2670-49B5-3A5A-A8D633DE22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1240241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_callout">
    <p:bg>
      <p:bgPr>
        <a:solidFill>
          <a:srgbClr val="E5EFF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3DFE6-CF7F-6941-BD95-6D8F3550836E}"/>
              </a:ext>
            </a:extLst>
          </p:cNvPr>
          <p:cNvSpPr>
            <a:spLocks noGrp="1"/>
          </p:cNvSpPr>
          <p:nvPr>
            <p:ph type="title" hasCustomPrompt="1"/>
          </p:nvPr>
        </p:nvSpPr>
        <p:spPr>
          <a:xfrm>
            <a:off x="762000" y="7006886"/>
            <a:ext cx="19048413" cy="1571225"/>
          </a:xfrm>
        </p:spPr>
        <p:txBody>
          <a:bodyPr anchor="t">
            <a:noAutofit/>
          </a:bodyPr>
          <a:lstStyle>
            <a:lvl1pPr algn="l">
              <a:lnSpc>
                <a:spcPct val="100000"/>
              </a:lnSpc>
              <a:defRPr sz="3200" b="0" i="0">
                <a:solidFill>
                  <a:schemeClr val="tx1"/>
                </a:solidFill>
                <a:latin typeface="Helvetica Now Text" panose="020B0504030202020204" pitchFamily="34" charset="77"/>
              </a:defRPr>
            </a:lvl1pPr>
          </a:lstStyle>
          <a:p>
            <a:r>
              <a:rPr lang="en-GB"/>
              <a:t>Click to edit callout subhead</a:t>
            </a:r>
          </a:p>
        </p:txBody>
      </p:sp>
      <p:sp>
        <p:nvSpPr>
          <p:cNvPr id="3" name="Slide Number Placeholder 2">
            <a:extLst>
              <a:ext uri="{FF2B5EF4-FFF2-40B4-BE49-F238E27FC236}">
                <a16:creationId xmlns:a16="http://schemas.microsoft.com/office/drawing/2014/main" id="{777E01A6-7CA0-C146-AFF9-40B8146B8884}"/>
              </a:ext>
            </a:extLst>
          </p:cNvPr>
          <p:cNvSpPr>
            <a:spLocks noGrp="1"/>
          </p:cNvSpPr>
          <p:nvPr>
            <p:ph type="sldNum" sz="quarter" idx="10"/>
          </p:nvPr>
        </p:nvSpPr>
        <p:spPr/>
        <p:txBody>
          <a:bodyPr/>
          <a:lstStyle/>
          <a:p>
            <a:fld id="{91D568E7-61F5-D04E-995D-81EF41C01A2A}" type="slidenum">
              <a:rPr lang="en-GB" smtClean="0"/>
              <a:pPr/>
              <a:t>‹#›</a:t>
            </a:fld>
            <a:endParaRPr lang="en-GB"/>
          </a:p>
        </p:txBody>
      </p:sp>
      <p:sp>
        <p:nvSpPr>
          <p:cNvPr id="4" name="Footer Placeholder 3">
            <a:extLst>
              <a:ext uri="{FF2B5EF4-FFF2-40B4-BE49-F238E27FC236}">
                <a16:creationId xmlns:a16="http://schemas.microsoft.com/office/drawing/2014/main" id="{3F7AED66-6F74-7547-9E21-115ADD7A8E24}"/>
              </a:ext>
            </a:extLst>
          </p:cNvPr>
          <p:cNvSpPr>
            <a:spLocks noGrp="1"/>
          </p:cNvSpPr>
          <p:nvPr>
            <p:ph type="ftr" sz="quarter" idx="11"/>
          </p:nvPr>
        </p:nvSpPr>
        <p:spPr/>
        <p:txBody>
          <a:bodyPr/>
          <a:lstStyle/>
          <a:p>
            <a:r>
              <a:rPr lang="en-GB"/>
              <a:t>Legal Copy Helvetica Regular 8/9.6 Black</a:t>
            </a:r>
          </a:p>
        </p:txBody>
      </p:sp>
      <p:sp>
        <p:nvSpPr>
          <p:cNvPr id="7" name="Subtitle 2">
            <a:extLst>
              <a:ext uri="{FF2B5EF4-FFF2-40B4-BE49-F238E27FC236}">
                <a16:creationId xmlns:a16="http://schemas.microsoft.com/office/drawing/2014/main" id="{71AC1B24-C527-8C44-89B1-BA739F2AB5F4}"/>
              </a:ext>
            </a:extLst>
          </p:cNvPr>
          <p:cNvSpPr>
            <a:spLocks noGrp="1"/>
          </p:cNvSpPr>
          <p:nvPr>
            <p:ph type="subTitle" idx="13" hasCustomPrompt="1"/>
          </p:nvPr>
        </p:nvSpPr>
        <p:spPr>
          <a:xfrm>
            <a:off x="762000" y="1752600"/>
            <a:ext cx="19048413" cy="4956514"/>
          </a:xfrm>
        </p:spPr>
        <p:txBody>
          <a:bodyPr wrap="square" anchor="b" anchorCtr="0">
            <a:noAutofit/>
          </a:bodyPr>
          <a:lstStyle>
            <a:lvl1pPr marL="0" indent="0" algn="l">
              <a:lnSpc>
                <a:spcPct val="100000"/>
              </a:lnSpc>
              <a:spcAft>
                <a:spcPts val="0"/>
              </a:spcAft>
              <a:buNone/>
              <a:defRPr sz="8800" b="0" i="0">
                <a:solidFill>
                  <a:schemeClr val="tx1"/>
                </a:solidFill>
                <a:latin typeface="Helvetica Now Text Light" panose="020B04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pPr lvl="0"/>
            <a:r>
              <a:rPr lang="en-US"/>
              <a:t>Click to enter Callout</a:t>
            </a:r>
          </a:p>
        </p:txBody>
      </p:sp>
      <p:pic>
        <p:nvPicPr>
          <p:cNvPr id="5" name="Graphic 4">
            <a:extLst>
              <a:ext uri="{FF2B5EF4-FFF2-40B4-BE49-F238E27FC236}">
                <a16:creationId xmlns:a16="http://schemas.microsoft.com/office/drawing/2014/main" id="{7E3306B6-8618-9AA4-47B0-9183E7B265F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26286057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_1co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4" name="Content Placeholder 3">
            <a:extLst>
              <a:ext uri="{FF2B5EF4-FFF2-40B4-BE49-F238E27FC236}">
                <a16:creationId xmlns:a16="http://schemas.microsoft.com/office/drawing/2014/main" id="{12088575-1D1D-854D-BCD8-AF60B4C07CF7}"/>
              </a:ext>
            </a:extLst>
          </p:cNvPr>
          <p:cNvSpPr>
            <a:spLocks noGrp="1"/>
          </p:cNvSpPr>
          <p:nvPr>
            <p:ph sz="quarter" idx="14"/>
          </p:nvPr>
        </p:nvSpPr>
        <p:spPr>
          <a:xfrm>
            <a:off x="2284413" y="3124200"/>
            <a:ext cx="21334412" cy="887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156922C8-54F9-217A-2E92-497BA7EF4CB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545495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_2co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4" name="Content Placeholder 3">
            <a:extLst>
              <a:ext uri="{FF2B5EF4-FFF2-40B4-BE49-F238E27FC236}">
                <a16:creationId xmlns:a16="http://schemas.microsoft.com/office/drawing/2014/main" id="{12088575-1D1D-854D-BCD8-AF60B4C07CF7}"/>
              </a:ext>
            </a:extLst>
          </p:cNvPr>
          <p:cNvSpPr>
            <a:spLocks noGrp="1"/>
          </p:cNvSpPr>
          <p:nvPr>
            <p:ph sz="quarter" idx="14"/>
          </p:nvPr>
        </p:nvSpPr>
        <p:spPr>
          <a:xfrm>
            <a:off x="2284413" y="3124200"/>
            <a:ext cx="9906793" cy="887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a:extLst>
              <a:ext uri="{FF2B5EF4-FFF2-40B4-BE49-F238E27FC236}">
                <a16:creationId xmlns:a16="http://schemas.microsoft.com/office/drawing/2014/main" id="{C4727DAE-2E97-A443-B677-9D8220C5E4C4}"/>
              </a:ext>
            </a:extLst>
          </p:cNvPr>
          <p:cNvSpPr>
            <a:spLocks noGrp="1"/>
          </p:cNvSpPr>
          <p:nvPr>
            <p:ph sz="quarter" idx="15"/>
          </p:nvPr>
        </p:nvSpPr>
        <p:spPr>
          <a:xfrm>
            <a:off x="12952413" y="3124200"/>
            <a:ext cx="9906793" cy="887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92AA20A2-0E79-2E2E-B86F-15C26D3DF8C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22617960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3co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4" name="Content Placeholder 3">
            <a:extLst>
              <a:ext uri="{FF2B5EF4-FFF2-40B4-BE49-F238E27FC236}">
                <a16:creationId xmlns:a16="http://schemas.microsoft.com/office/drawing/2014/main" id="{12088575-1D1D-854D-BCD8-AF60B4C07CF7}"/>
              </a:ext>
            </a:extLst>
          </p:cNvPr>
          <p:cNvSpPr>
            <a:spLocks noGrp="1"/>
          </p:cNvSpPr>
          <p:nvPr>
            <p:ph sz="quarter" idx="14"/>
          </p:nvPr>
        </p:nvSpPr>
        <p:spPr>
          <a:xfrm>
            <a:off x="2284413" y="3124200"/>
            <a:ext cx="6854825" cy="8864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a:extLst>
              <a:ext uri="{FF2B5EF4-FFF2-40B4-BE49-F238E27FC236}">
                <a16:creationId xmlns:a16="http://schemas.microsoft.com/office/drawing/2014/main" id="{3D3C49DE-9CF0-D64E-B027-761F00728619}"/>
              </a:ext>
            </a:extLst>
          </p:cNvPr>
          <p:cNvSpPr>
            <a:spLocks noGrp="1"/>
          </p:cNvSpPr>
          <p:nvPr>
            <p:ph sz="quarter" idx="15"/>
          </p:nvPr>
        </p:nvSpPr>
        <p:spPr>
          <a:xfrm>
            <a:off x="9914923" y="3124200"/>
            <a:ext cx="6854825" cy="8864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id="{D748340F-E610-DD45-9760-F316BD6985AA}"/>
              </a:ext>
            </a:extLst>
          </p:cNvPr>
          <p:cNvSpPr>
            <a:spLocks noGrp="1"/>
          </p:cNvSpPr>
          <p:nvPr>
            <p:ph sz="quarter" idx="16"/>
          </p:nvPr>
        </p:nvSpPr>
        <p:spPr>
          <a:xfrm>
            <a:off x="17545434" y="3124200"/>
            <a:ext cx="6073391" cy="8864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816836D6-D3CF-1847-7632-21D54DA2E8B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4160156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tats/infographics/table - long title and subtit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2260381" y="3121471"/>
            <a:ext cx="21372512" cy="461665"/>
          </a:xfrm>
        </p:spPr>
        <p:txBody>
          <a:bodyPr wrap="square">
            <a:spAutoFit/>
          </a:bodyPr>
          <a:lstStyle>
            <a:lvl1pPr marL="0" indent="0" algn="l">
              <a:spcAft>
                <a:spcPts val="0"/>
              </a:spcAft>
              <a:buNone/>
              <a:defRPr sz="3000" b="1" i="0">
                <a:solidFill>
                  <a:schemeClr val="tx1"/>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pPr lvl="0"/>
            <a:r>
              <a:rPr lang="en-GB"/>
              <a:t>Click to add subtitle</a:t>
            </a:r>
            <a:endParaRPr lang="en-US"/>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8C0D9B07-E9B2-C449-9FDC-719C9006FBB6}"/>
              </a:ext>
            </a:extLst>
          </p:cNvPr>
          <p:cNvSpPr>
            <a:spLocks noGrp="1"/>
          </p:cNvSpPr>
          <p:nvPr>
            <p:ph type="title" hasCustomPrompt="1"/>
          </p:nvPr>
        </p:nvSpPr>
        <p:spPr/>
        <p:txBody>
          <a:bodyPr/>
          <a:lstStyle>
            <a:lvl1pPr>
              <a:defRPr>
                <a:solidFill>
                  <a:srgbClr val="262836"/>
                </a:solidFill>
              </a:defRPr>
            </a:lvl1pPr>
          </a:lstStyle>
          <a:p>
            <a:r>
              <a:rPr lang="en-GB"/>
              <a:t>Stats or infographics – click to add title</a:t>
            </a:r>
          </a:p>
        </p:txBody>
      </p:sp>
      <p:pic>
        <p:nvPicPr>
          <p:cNvPr id="2" name="Graphic 1">
            <a:extLst>
              <a:ext uri="{FF2B5EF4-FFF2-40B4-BE49-F238E27FC236}">
                <a16:creationId xmlns:a16="http://schemas.microsoft.com/office/drawing/2014/main" id="{D6CD1156-C916-ACBD-8DD9-32674051CB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12653981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and sub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p:txBody>
          <a:bodyPr/>
          <a:lstStyle>
            <a:lvl1pPr>
              <a:defRPr>
                <a:solidFill>
                  <a:srgbClr val="262836"/>
                </a:solidFill>
              </a:defRPr>
            </a:lvl1pPr>
          </a:lstStyle>
          <a:p>
            <a:r>
              <a:rPr lang="en-GB"/>
              <a:t>Graphs/infographics/tables – click to add title</a:t>
            </a:r>
          </a:p>
        </p:txBody>
      </p:sp>
      <p:pic>
        <p:nvPicPr>
          <p:cNvPr id="2" name="Graphic 1">
            <a:extLst>
              <a:ext uri="{FF2B5EF4-FFF2-40B4-BE49-F238E27FC236}">
                <a16:creationId xmlns:a16="http://schemas.microsoft.com/office/drawing/2014/main" id="{9EE4583D-FF63-3B21-D3FB-3F82FC8AF25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41459106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pPr/>
              <a:t>‹#›</a:t>
            </a:fld>
            <a:endParaRPr lang="en-GB"/>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p:txBody>
          <a:bodyPr/>
          <a:lstStyle>
            <a:lvl1pPr>
              <a:defRPr>
                <a:solidFill>
                  <a:srgbClr val="262836"/>
                </a:solidFill>
              </a:defRPr>
            </a:lvl1pPr>
          </a:lstStyle>
          <a:p>
            <a:r>
              <a:rPr lang="en-GB"/>
              <a:t>Graphs/infographics/tables – click to add title</a:t>
            </a:r>
          </a:p>
        </p:txBody>
      </p:sp>
      <p:sp>
        <p:nvSpPr>
          <p:cNvPr id="7" name="Footer Placeholder 3">
            <a:extLst>
              <a:ext uri="{FF2B5EF4-FFF2-40B4-BE49-F238E27FC236}">
                <a16:creationId xmlns:a16="http://schemas.microsoft.com/office/drawing/2014/main" id="{F4320E87-12F0-46F5-A488-9424C59375E1}"/>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pic>
        <p:nvPicPr>
          <p:cNvPr id="2" name="Graphic 1">
            <a:extLst>
              <a:ext uri="{FF2B5EF4-FFF2-40B4-BE49-F238E27FC236}">
                <a16:creationId xmlns:a16="http://schemas.microsoft.com/office/drawing/2014/main" id="{58C21E2E-BC3C-E96E-3EDE-949B5BEDCE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2186186815"/>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and sourc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284413" y="3123964"/>
            <a:ext cx="6096000" cy="8879145"/>
          </a:xfrm>
        </p:spPr>
        <p:txBody>
          <a:bodyPr/>
          <a:lstStyle>
            <a:lvl1pPr>
              <a:defRPr>
                <a:solidFill>
                  <a:srgbClr val="D14900"/>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a:t>Type a subheading – First level. Type text Second level</a:t>
            </a:r>
          </a:p>
          <a:p>
            <a:pPr lvl="1"/>
            <a:r>
              <a:rPr lang="en-GB"/>
              <a:t>Second level</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Subtitle 2">
            <a:extLst>
              <a:ext uri="{FF2B5EF4-FFF2-40B4-BE49-F238E27FC236}">
                <a16:creationId xmlns:a16="http://schemas.microsoft.com/office/drawing/2014/main" id="{ECDBD03C-CBFE-EF48-9EDC-2C836516482D}"/>
              </a:ext>
            </a:extLst>
          </p:cNvPr>
          <p:cNvSpPr>
            <a:spLocks noGrp="1"/>
          </p:cNvSpPr>
          <p:nvPr>
            <p:ph type="subTitle" idx="13" hasCustomPrompt="1"/>
          </p:nvPr>
        </p:nvSpPr>
        <p:spPr>
          <a:xfrm>
            <a:off x="2246313" y="1686568"/>
            <a:ext cx="2180104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a:xfrm>
            <a:off x="2246313" y="936384"/>
            <a:ext cx="21801042" cy="800219"/>
          </a:xfrm>
        </p:spPr>
        <p:txBody>
          <a:bodyPr/>
          <a:lstStyle>
            <a:lvl1pPr>
              <a:defRPr>
                <a:solidFill>
                  <a:srgbClr val="262836"/>
                </a:solidFill>
              </a:defRPr>
            </a:lvl1pPr>
          </a:lstStyle>
          <a:p>
            <a:r>
              <a:rPr lang="en-GB"/>
              <a:t>Click to add title</a:t>
            </a:r>
          </a:p>
        </p:txBody>
      </p:sp>
      <p:sp>
        <p:nvSpPr>
          <p:cNvPr id="4" name="Text Placeholder 3">
            <a:extLst>
              <a:ext uri="{FF2B5EF4-FFF2-40B4-BE49-F238E27FC236}">
                <a16:creationId xmlns:a16="http://schemas.microsoft.com/office/drawing/2014/main" id="{6AF2102A-8DDB-5D4A-B5F4-F105419B0B6E}"/>
              </a:ext>
            </a:extLst>
          </p:cNvPr>
          <p:cNvSpPr>
            <a:spLocks noGrp="1"/>
          </p:cNvSpPr>
          <p:nvPr>
            <p:ph type="body" sz="quarter" idx="14" hasCustomPrompt="1"/>
          </p:nvPr>
        </p:nvSpPr>
        <p:spPr>
          <a:xfrm>
            <a:off x="19810615" y="4254845"/>
            <a:ext cx="3119882" cy="4889155"/>
          </a:xfrm>
        </p:spPr>
        <p:txBody>
          <a:bodyPr/>
          <a:lstStyle>
            <a:lvl1pPr marL="208800" indent="-208800">
              <a:lnSpc>
                <a:spcPct val="100000"/>
              </a:lnSpc>
              <a:spcAft>
                <a:spcPts val="500"/>
              </a:spcAft>
              <a:buFont typeface="+mj-lt"/>
              <a:buAutoNum type="arabicPeriod"/>
              <a:tabLst/>
              <a:defRPr sz="2000" b="0" i="0">
                <a:solidFill>
                  <a:schemeClr val="tx1"/>
                </a:solidFill>
                <a:latin typeface="Helvetica Now Text" panose="020B0504030202020204" pitchFamily="34" charset="77"/>
              </a:defRPr>
            </a:lvl1pPr>
            <a:lvl2pPr>
              <a:lnSpc>
                <a:spcPct val="100000"/>
              </a:lnSpc>
              <a:spcAft>
                <a:spcPts val="500"/>
              </a:spcAft>
              <a:defRPr sz="2000">
                <a:solidFill>
                  <a:schemeClr val="tx1"/>
                </a:solidFill>
              </a:defRPr>
            </a:lvl2pPr>
            <a:lvl3pPr marL="201613" indent="-201613">
              <a:lnSpc>
                <a:spcPct val="100000"/>
              </a:lnSpc>
              <a:spcAft>
                <a:spcPts val="500"/>
              </a:spcAft>
              <a:tabLst/>
              <a:defRPr sz="2000">
                <a:solidFill>
                  <a:schemeClr val="tx1"/>
                </a:solidFill>
              </a:defRPr>
            </a:lvl3pPr>
            <a:lvl4pPr marL="374650" indent="-165100">
              <a:lnSpc>
                <a:spcPct val="100000"/>
              </a:lnSpc>
              <a:spcAft>
                <a:spcPts val="500"/>
              </a:spcAft>
              <a:tabLst/>
              <a:defRPr sz="2000">
                <a:solidFill>
                  <a:schemeClr val="tx1"/>
                </a:solidFill>
              </a:defRPr>
            </a:lvl4pPr>
            <a:lvl5pPr marL="581025" indent="-203200">
              <a:lnSpc>
                <a:spcPct val="100000"/>
              </a:lnSpc>
              <a:spcAft>
                <a:spcPts val="500"/>
              </a:spcAft>
              <a:tabLst/>
              <a:defRPr sz="2000">
                <a:solidFill>
                  <a:schemeClr val="tx1"/>
                </a:solidFill>
              </a:defRPr>
            </a:lvl5pPr>
            <a:lvl6pPr marL="210312" indent="-210312">
              <a:buFont typeface="+mj-lt"/>
              <a:buAutoNum type="arabicPeriod"/>
              <a:defRPr sz="1000"/>
            </a:lvl6pPr>
            <a:lvl7pPr marL="210312" indent="-210312">
              <a:defRPr sz="1000"/>
            </a:lvl7pPr>
            <a:lvl8pPr marL="210312" indent="-210312">
              <a:defRPr sz="1000"/>
            </a:lvl8pPr>
            <a:lvl9pPr marL="210312" indent="-210312">
              <a:defRPr sz="1000"/>
            </a:lvl9pPr>
          </a:lstStyle>
          <a:p>
            <a:pPr lvl="0"/>
            <a:r>
              <a:rPr lang="en-GB"/>
              <a:t>Type a a list or notes – First level</a:t>
            </a:r>
          </a:p>
          <a:p>
            <a:pPr lvl="1"/>
            <a:r>
              <a:rPr lang="en-GB"/>
              <a:t>Second level</a:t>
            </a:r>
          </a:p>
          <a:p>
            <a:pPr lvl="2"/>
            <a:r>
              <a:rPr lang="en-GB"/>
              <a:t>Third level</a:t>
            </a:r>
          </a:p>
          <a:p>
            <a:pPr lvl="3"/>
            <a:r>
              <a:rPr lang="en-GB"/>
              <a:t>Fourth level</a:t>
            </a:r>
          </a:p>
          <a:p>
            <a:pPr lvl="4"/>
            <a:r>
              <a:rPr lang="en-GB"/>
              <a:t>Fifth level</a:t>
            </a:r>
          </a:p>
        </p:txBody>
      </p:sp>
      <p:pic>
        <p:nvPicPr>
          <p:cNvPr id="2" name="Graphic 1">
            <a:extLst>
              <a:ext uri="{FF2B5EF4-FFF2-40B4-BE49-F238E27FC236}">
                <a16:creationId xmlns:a16="http://schemas.microsoft.com/office/drawing/2014/main" id="{6EE562F8-FD14-9557-2CC6-9D0703E17D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4984893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e and a Statem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6A3461B2-75BA-9241-8F86-93C9471093BF}"/>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11" name="Text Placeholder 10">
            <a:extLst>
              <a:ext uri="{FF2B5EF4-FFF2-40B4-BE49-F238E27FC236}">
                <a16:creationId xmlns:a16="http://schemas.microsoft.com/office/drawing/2014/main" id="{04AD07C5-4AC5-0847-BB1D-A611D2FFA5E5}"/>
              </a:ext>
            </a:extLst>
          </p:cNvPr>
          <p:cNvSpPr>
            <a:spLocks noGrp="1"/>
          </p:cNvSpPr>
          <p:nvPr>
            <p:ph type="body" sz="quarter" idx="14" hasCustomPrompt="1"/>
          </p:nvPr>
        </p:nvSpPr>
        <p:spPr>
          <a:xfrm>
            <a:off x="2284412" y="4328452"/>
            <a:ext cx="13712825" cy="5615648"/>
          </a:xfrm>
        </p:spPr>
        <p:txBody>
          <a:bodyPr/>
          <a:lstStyle>
            <a:lvl1pPr>
              <a:spcAft>
                <a:spcPts val="1800"/>
              </a:spcAft>
              <a:defRPr sz="5200" b="0" i="0">
                <a:solidFill>
                  <a:schemeClr val="tx1"/>
                </a:solidFill>
                <a:latin typeface="Helvetica Now Text" panose="020B0504030202020204" pitchFamily="34" charset="77"/>
              </a:defRPr>
            </a:lvl1pPr>
            <a:lvl2pPr>
              <a:lnSpc>
                <a:spcPct val="100000"/>
              </a:lnSpc>
              <a:defRPr sz="3000" b="1">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statement – First level. </a:t>
            </a:r>
            <a:r>
              <a:rPr lang="en-US"/>
              <a:t>Type Author name – Second level</a:t>
            </a:r>
          </a:p>
          <a:p>
            <a:pPr lvl="1"/>
            <a:r>
              <a:rPr lang="en-US"/>
              <a:t>Second level</a:t>
            </a:r>
          </a:p>
          <a:p>
            <a:pPr lvl="2"/>
            <a:r>
              <a:rPr lang="en-US"/>
              <a:t>Third level</a:t>
            </a:r>
          </a:p>
          <a:p>
            <a:pPr lvl="3"/>
            <a:r>
              <a:rPr lang="en-US"/>
              <a:t>Fourth level</a:t>
            </a:r>
          </a:p>
          <a:p>
            <a:pPr lvl="4"/>
            <a:r>
              <a:rPr lang="en-US"/>
              <a:t>Fifth level</a:t>
            </a:r>
            <a:endParaRPr lang="en-GB"/>
          </a:p>
        </p:txBody>
      </p:sp>
      <p:pic>
        <p:nvPicPr>
          <p:cNvPr id="13" name="Graphic 12">
            <a:extLst>
              <a:ext uri="{FF2B5EF4-FFF2-40B4-BE49-F238E27FC236}">
                <a16:creationId xmlns:a16="http://schemas.microsoft.com/office/drawing/2014/main" id="{A9BB17E7-401E-184B-9F87-B7BC8F05293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6344" y="3192779"/>
            <a:ext cx="800219" cy="800219"/>
          </a:xfrm>
          <a:prstGeom prst="rect">
            <a:avLst/>
          </a:prstGeom>
        </p:spPr>
      </p:pic>
      <p:pic>
        <p:nvPicPr>
          <p:cNvPr id="7" name="Graphic 6">
            <a:extLst>
              <a:ext uri="{FF2B5EF4-FFF2-40B4-BE49-F238E27FC236}">
                <a16:creationId xmlns:a16="http://schemas.microsoft.com/office/drawing/2014/main" id="{52E2AFBC-6ABB-4EED-ACC1-794B5A7A71A3}"/>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2276344" y="3192779"/>
            <a:ext cx="800219" cy="800219"/>
          </a:xfrm>
          <a:prstGeom prst="rect">
            <a:avLst/>
          </a:prstGeom>
        </p:spPr>
      </p:pic>
      <p:pic>
        <p:nvPicPr>
          <p:cNvPr id="9" name="Graphic 8">
            <a:extLst>
              <a:ext uri="{FF2B5EF4-FFF2-40B4-BE49-F238E27FC236}">
                <a16:creationId xmlns:a16="http://schemas.microsoft.com/office/drawing/2014/main" id="{511D52FE-5000-418C-9A8E-3E1400D26F86}"/>
              </a:ext>
            </a:extLst>
          </p:cNvPr>
          <p:cNvPicPr>
            <a:picLocks noChangeAspect="1"/>
          </p:cNvPicPr>
          <p:nvPr/>
        </p:nvPicPr>
        <p:blipFill>
          <a:blip r:embed="rId2">
            <a:extLst>
              <a:ext uri="{96DAC541-7B7A-43D3-8B79-37D633B846F1}">
                <asvg:svgBlip xmlns:asvg="http://schemas.microsoft.com/office/drawing/2016/SVG/main" r:embed="rId4"/>
              </a:ext>
            </a:extLst>
          </a:blip>
          <a:stretch>
            <a:fillRect/>
          </a:stretch>
        </p:blipFill>
        <p:spPr>
          <a:xfrm>
            <a:off x="2276344" y="3192779"/>
            <a:ext cx="800219" cy="800219"/>
          </a:xfrm>
          <a:prstGeom prst="rect">
            <a:avLst/>
          </a:prstGeom>
        </p:spPr>
      </p:pic>
      <p:pic>
        <p:nvPicPr>
          <p:cNvPr id="10" name="Graphic 9">
            <a:extLst>
              <a:ext uri="{FF2B5EF4-FFF2-40B4-BE49-F238E27FC236}">
                <a16:creationId xmlns:a16="http://schemas.microsoft.com/office/drawing/2014/main" id="{84AF1C63-4301-406B-AAF7-C988694E33A0}"/>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276344" y="3192779"/>
            <a:ext cx="800219" cy="800219"/>
          </a:xfrm>
          <a:prstGeom prst="rect">
            <a:avLst/>
          </a:prstGeom>
        </p:spPr>
      </p:pic>
      <p:pic>
        <p:nvPicPr>
          <p:cNvPr id="2" name="Graphic 1">
            <a:extLst>
              <a:ext uri="{FF2B5EF4-FFF2-40B4-BE49-F238E27FC236}">
                <a16:creationId xmlns:a16="http://schemas.microsoft.com/office/drawing/2014/main" id="{85424693-C2EF-6B07-CB08-1A81A98B5AFA}"/>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9937648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2284413" y="3003061"/>
            <a:ext cx="9145587" cy="1647824"/>
          </a:xfrm>
        </p:spPr>
        <p:txBody>
          <a:bodyPr anchor="b"/>
          <a:lstStyle>
            <a:lvl1pPr marL="0" indent="0">
              <a:spcAft>
                <a:spcPts val="0"/>
              </a:spcAft>
              <a:buNone/>
              <a:defRPr sz="52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a subheading</a:t>
            </a:r>
          </a:p>
        </p:txBody>
      </p:sp>
      <p:sp>
        <p:nvSpPr>
          <p:cNvPr id="9" name="Slide Number Placeholder 8"/>
          <p:cNvSpPr>
            <a:spLocks noGrp="1"/>
          </p:cNvSpPr>
          <p:nvPr>
            <p:ph type="sldNum" sz="quarter" idx="12"/>
          </p:nvPr>
        </p:nvSpPr>
        <p:spPr/>
        <p:txBody>
          <a:bodyPr/>
          <a:lstStyle/>
          <a:p>
            <a:fld id="{91D568E7-61F5-D04E-995D-81EF41C01A2A}" type="slidenum">
              <a:rPr lang="en-GB" smtClean="0"/>
              <a:t>‹#›</a:t>
            </a:fld>
            <a:endParaRPr lang="en-GB"/>
          </a:p>
        </p:txBody>
      </p:sp>
      <p:sp>
        <p:nvSpPr>
          <p:cNvPr id="8" name="Footer Placeholder 3">
            <a:extLst>
              <a:ext uri="{FF2B5EF4-FFF2-40B4-BE49-F238E27FC236}">
                <a16:creationId xmlns:a16="http://schemas.microsoft.com/office/drawing/2014/main" id="{F187AB40-3171-FE41-90BE-9608605351B5}"/>
              </a:ext>
            </a:extLst>
          </p:cNvPr>
          <p:cNvSpPr>
            <a:spLocks noGrp="1"/>
          </p:cNvSpPr>
          <p:nvPr>
            <p:ph type="ftr" sz="quarter" idx="1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4" name="Title 3">
            <a:extLst>
              <a:ext uri="{FF2B5EF4-FFF2-40B4-BE49-F238E27FC236}">
                <a16:creationId xmlns:a16="http://schemas.microsoft.com/office/drawing/2014/main" id="{3C323A1D-0DF6-D04A-99CF-6DDF3BC3DD22}"/>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10" name="Text Placeholder 2">
            <a:extLst>
              <a:ext uri="{FF2B5EF4-FFF2-40B4-BE49-F238E27FC236}">
                <a16:creationId xmlns:a16="http://schemas.microsoft.com/office/drawing/2014/main" id="{967649EE-8531-9141-870B-101EFCCD3878}"/>
              </a:ext>
            </a:extLst>
          </p:cNvPr>
          <p:cNvSpPr>
            <a:spLocks noGrp="1"/>
          </p:cNvSpPr>
          <p:nvPr>
            <p:ph type="body" idx="14" hasCustomPrompt="1"/>
          </p:nvPr>
        </p:nvSpPr>
        <p:spPr>
          <a:xfrm>
            <a:off x="12191206" y="3003061"/>
            <a:ext cx="9183687" cy="1647824"/>
          </a:xfrm>
        </p:spPr>
        <p:txBody>
          <a:bodyPr anchor="b"/>
          <a:lstStyle>
            <a:lvl1pPr marL="0" indent="0">
              <a:spcAft>
                <a:spcPts val="0"/>
              </a:spcAft>
              <a:buNone/>
              <a:defRPr sz="52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a subheading</a:t>
            </a:r>
          </a:p>
        </p:txBody>
      </p:sp>
      <p:sp>
        <p:nvSpPr>
          <p:cNvPr id="11" name="Text Placeholder 4">
            <a:extLst>
              <a:ext uri="{FF2B5EF4-FFF2-40B4-BE49-F238E27FC236}">
                <a16:creationId xmlns:a16="http://schemas.microsoft.com/office/drawing/2014/main" id="{AC2DF545-6082-A640-B304-75B032E949CA}"/>
              </a:ext>
            </a:extLst>
          </p:cNvPr>
          <p:cNvSpPr>
            <a:spLocks noGrp="1"/>
          </p:cNvSpPr>
          <p:nvPr>
            <p:ph type="body" sz="quarter" idx="17" hasCustomPrompt="1"/>
          </p:nvPr>
        </p:nvSpPr>
        <p:spPr>
          <a:xfrm>
            <a:off x="2284413" y="4928452"/>
            <a:ext cx="9145587" cy="1647823"/>
          </a:xfrm>
        </p:spPr>
        <p:txBody>
          <a:bodyPr/>
          <a:lstStyle/>
          <a:p>
            <a:pPr lvl="1"/>
            <a:r>
              <a:rPr lang="en-US"/>
              <a:t>Click to add text</a:t>
            </a:r>
          </a:p>
        </p:txBody>
      </p:sp>
      <p:sp>
        <p:nvSpPr>
          <p:cNvPr id="14" name="Text Placeholder 4">
            <a:extLst>
              <a:ext uri="{FF2B5EF4-FFF2-40B4-BE49-F238E27FC236}">
                <a16:creationId xmlns:a16="http://schemas.microsoft.com/office/drawing/2014/main" id="{A5880E28-365C-DB4B-A4C5-2FAC63536DB5}"/>
              </a:ext>
            </a:extLst>
          </p:cNvPr>
          <p:cNvSpPr>
            <a:spLocks noGrp="1"/>
          </p:cNvSpPr>
          <p:nvPr>
            <p:ph type="body" sz="quarter" idx="18" hasCustomPrompt="1"/>
          </p:nvPr>
        </p:nvSpPr>
        <p:spPr>
          <a:xfrm>
            <a:off x="12191205" y="4928452"/>
            <a:ext cx="9183687" cy="1647823"/>
          </a:xfrm>
        </p:spPr>
        <p:txBody>
          <a:bodyPr/>
          <a:lstStyle/>
          <a:p>
            <a:pPr lvl="1"/>
            <a:r>
              <a:rPr lang="en-US"/>
              <a:t>Click to add text</a:t>
            </a:r>
          </a:p>
        </p:txBody>
      </p:sp>
      <p:pic>
        <p:nvPicPr>
          <p:cNvPr id="2" name="Graphic 1">
            <a:extLst>
              <a:ext uri="{FF2B5EF4-FFF2-40B4-BE49-F238E27FC236}">
                <a16:creationId xmlns:a16="http://schemas.microsoft.com/office/drawing/2014/main" id="{2AD6E28C-C70E-1802-0AE9-B561940E57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19556824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Content and infograph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261264" y="3123964"/>
            <a:ext cx="4694708" cy="8879145"/>
          </a:xfrm>
        </p:spPr>
        <p:txBody>
          <a:bodyPr/>
          <a:lstStyle>
            <a:lvl1pPr>
              <a:lnSpc>
                <a:spcPct val="117000"/>
              </a:lnSpc>
              <a:spcAft>
                <a:spcPts val="800"/>
              </a:spcAft>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pic>
        <p:nvPicPr>
          <p:cNvPr id="2" name="Graphic 1">
            <a:extLst>
              <a:ext uri="{FF2B5EF4-FFF2-40B4-BE49-F238E27FC236}">
                <a16:creationId xmlns:a16="http://schemas.microsoft.com/office/drawing/2014/main" id="{80FA1CB3-62C6-FD04-C8F3-B4791433AFC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7850629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Content and dat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10" name="Text Placeholder 2">
            <a:extLst>
              <a:ext uri="{FF2B5EF4-FFF2-40B4-BE49-F238E27FC236}">
                <a16:creationId xmlns:a16="http://schemas.microsoft.com/office/drawing/2014/main" id="{B4141CF5-C122-744F-857C-AA1004915627}"/>
              </a:ext>
            </a:extLst>
          </p:cNvPr>
          <p:cNvSpPr>
            <a:spLocks noGrp="1"/>
          </p:cNvSpPr>
          <p:nvPr>
            <p:ph type="body" idx="15" hasCustomPrompt="1"/>
          </p:nvPr>
        </p:nvSpPr>
        <p:spPr>
          <a:xfrm>
            <a:off x="12889444" y="4391839"/>
            <a:ext cx="3871381" cy="1647824"/>
          </a:xfrm>
        </p:spPr>
        <p:txBody>
          <a:bodyPr wrap="none" anchor="t"/>
          <a:lstStyle>
            <a:lvl1pPr marL="0" indent="0">
              <a:spcAft>
                <a:spcPts val="0"/>
              </a:spcAft>
              <a:buNone/>
              <a:defRPr sz="12000" b="0" i="0" spc="-1000" baseline="0">
                <a:solidFill>
                  <a:schemeClr val="accent4"/>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11" name="Text Placeholder 2">
            <a:extLst>
              <a:ext uri="{FF2B5EF4-FFF2-40B4-BE49-F238E27FC236}">
                <a16:creationId xmlns:a16="http://schemas.microsoft.com/office/drawing/2014/main" id="{4D8E5C98-2D5C-FA4E-B19C-E4FD1AF623D6}"/>
              </a:ext>
            </a:extLst>
          </p:cNvPr>
          <p:cNvSpPr>
            <a:spLocks noGrp="1"/>
          </p:cNvSpPr>
          <p:nvPr>
            <p:ph type="body" idx="16" hasCustomPrompt="1"/>
          </p:nvPr>
        </p:nvSpPr>
        <p:spPr>
          <a:xfrm>
            <a:off x="12942481" y="6086623"/>
            <a:ext cx="3871381" cy="345479"/>
          </a:xfrm>
        </p:spPr>
        <p:txBody>
          <a:bodyPr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13" name="Text Placeholder 2">
            <a:extLst>
              <a:ext uri="{FF2B5EF4-FFF2-40B4-BE49-F238E27FC236}">
                <a16:creationId xmlns:a16="http://schemas.microsoft.com/office/drawing/2014/main" id="{49273EFD-3DDE-2F47-97FB-1C15769A515C}"/>
              </a:ext>
            </a:extLst>
          </p:cNvPr>
          <p:cNvSpPr>
            <a:spLocks noGrp="1"/>
          </p:cNvSpPr>
          <p:nvPr>
            <p:ph type="body" idx="18" hasCustomPrompt="1"/>
          </p:nvPr>
        </p:nvSpPr>
        <p:spPr>
          <a:xfrm>
            <a:off x="18248024" y="4391839"/>
            <a:ext cx="3871381" cy="1647824"/>
          </a:xfrm>
        </p:spPr>
        <p:txBody>
          <a:bodyPr wrap="none" anchor="t"/>
          <a:lstStyle>
            <a:lvl1pPr marL="0" indent="0">
              <a:spcAft>
                <a:spcPts val="0"/>
              </a:spcAft>
              <a:buNone/>
              <a:defRPr sz="12000" b="0" i="0" spc="-1000" baseline="0">
                <a:solidFill>
                  <a:schemeClr val="accent4"/>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14" name="Text Placeholder 2">
            <a:extLst>
              <a:ext uri="{FF2B5EF4-FFF2-40B4-BE49-F238E27FC236}">
                <a16:creationId xmlns:a16="http://schemas.microsoft.com/office/drawing/2014/main" id="{1051634F-5956-984C-AD6F-7C778C53277A}"/>
              </a:ext>
            </a:extLst>
          </p:cNvPr>
          <p:cNvSpPr>
            <a:spLocks noGrp="1"/>
          </p:cNvSpPr>
          <p:nvPr>
            <p:ph type="body" idx="19" hasCustomPrompt="1"/>
          </p:nvPr>
        </p:nvSpPr>
        <p:spPr>
          <a:xfrm>
            <a:off x="18287206" y="6086623"/>
            <a:ext cx="3871381" cy="345479"/>
          </a:xfrm>
        </p:spPr>
        <p:txBody>
          <a:bodyPr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16" name="Text Placeholder 2">
            <a:extLst>
              <a:ext uri="{FF2B5EF4-FFF2-40B4-BE49-F238E27FC236}">
                <a16:creationId xmlns:a16="http://schemas.microsoft.com/office/drawing/2014/main" id="{34CAA191-4F71-C849-9E26-C6A68608B721}"/>
              </a:ext>
            </a:extLst>
          </p:cNvPr>
          <p:cNvSpPr>
            <a:spLocks noGrp="1"/>
          </p:cNvSpPr>
          <p:nvPr>
            <p:ph type="body" idx="21" hasCustomPrompt="1"/>
          </p:nvPr>
        </p:nvSpPr>
        <p:spPr>
          <a:xfrm>
            <a:off x="12889444" y="9268638"/>
            <a:ext cx="3871381" cy="1647824"/>
          </a:xfrm>
        </p:spPr>
        <p:txBody>
          <a:bodyPr wrap="none" anchor="t"/>
          <a:lstStyle>
            <a:lvl1pPr marL="0" indent="0">
              <a:spcAft>
                <a:spcPts val="0"/>
              </a:spcAft>
              <a:buNone/>
              <a:defRPr sz="12000" b="0" i="0" spc="-1000" baseline="0">
                <a:solidFill>
                  <a:srgbClr val="D14900"/>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17" name="Text Placeholder 2">
            <a:extLst>
              <a:ext uri="{FF2B5EF4-FFF2-40B4-BE49-F238E27FC236}">
                <a16:creationId xmlns:a16="http://schemas.microsoft.com/office/drawing/2014/main" id="{52122151-25C4-CE4D-BDB4-2A7224A1EE0D}"/>
              </a:ext>
            </a:extLst>
          </p:cNvPr>
          <p:cNvSpPr>
            <a:spLocks noGrp="1"/>
          </p:cNvSpPr>
          <p:nvPr>
            <p:ph type="body" idx="22" hasCustomPrompt="1"/>
          </p:nvPr>
        </p:nvSpPr>
        <p:spPr>
          <a:xfrm>
            <a:off x="12942481" y="10963422"/>
            <a:ext cx="3871381" cy="345479"/>
          </a:xfrm>
        </p:spPr>
        <p:txBody>
          <a:bodyPr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19" name="Text Placeholder 2">
            <a:extLst>
              <a:ext uri="{FF2B5EF4-FFF2-40B4-BE49-F238E27FC236}">
                <a16:creationId xmlns:a16="http://schemas.microsoft.com/office/drawing/2014/main" id="{7D663243-01E6-4C4B-B90D-EC423A714AA6}"/>
              </a:ext>
            </a:extLst>
          </p:cNvPr>
          <p:cNvSpPr>
            <a:spLocks noGrp="1"/>
          </p:cNvSpPr>
          <p:nvPr>
            <p:ph type="body" idx="24" hasCustomPrompt="1"/>
          </p:nvPr>
        </p:nvSpPr>
        <p:spPr>
          <a:xfrm>
            <a:off x="18248024" y="9268638"/>
            <a:ext cx="3871381" cy="1647824"/>
          </a:xfrm>
        </p:spPr>
        <p:txBody>
          <a:bodyPr wrap="none" anchor="t"/>
          <a:lstStyle>
            <a:lvl1pPr marL="0" indent="0">
              <a:spcAft>
                <a:spcPts val="0"/>
              </a:spcAft>
              <a:buNone/>
              <a:defRPr sz="12000" b="0" i="0" spc="-1000" baseline="0">
                <a:solidFill>
                  <a:schemeClr val="accent4"/>
                </a:solidFill>
                <a:latin typeface="Helvetica Now Text Light" panose="020B0404030202020204" pitchFamily="34" charset="77"/>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20" name="Text Placeholder 2">
            <a:extLst>
              <a:ext uri="{FF2B5EF4-FFF2-40B4-BE49-F238E27FC236}">
                <a16:creationId xmlns:a16="http://schemas.microsoft.com/office/drawing/2014/main" id="{B017BDB7-EC1E-A74A-A6D6-463400318A5C}"/>
              </a:ext>
            </a:extLst>
          </p:cNvPr>
          <p:cNvSpPr>
            <a:spLocks noGrp="1"/>
          </p:cNvSpPr>
          <p:nvPr>
            <p:ph type="body" idx="25" hasCustomPrompt="1"/>
          </p:nvPr>
        </p:nvSpPr>
        <p:spPr>
          <a:xfrm>
            <a:off x="18287206" y="10963422"/>
            <a:ext cx="3871381" cy="345479"/>
          </a:xfrm>
        </p:spPr>
        <p:txBody>
          <a:bodyPr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21" name="Text Placeholder 2">
            <a:extLst>
              <a:ext uri="{FF2B5EF4-FFF2-40B4-BE49-F238E27FC236}">
                <a16:creationId xmlns:a16="http://schemas.microsoft.com/office/drawing/2014/main" id="{003838F2-65DE-3C49-9956-BA8976557CF3}"/>
              </a:ext>
            </a:extLst>
          </p:cNvPr>
          <p:cNvSpPr>
            <a:spLocks noGrp="1"/>
          </p:cNvSpPr>
          <p:nvPr>
            <p:ph type="body" idx="14" hasCustomPrompt="1"/>
          </p:nvPr>
        </p:nvSpPr>
        <p:spPr>
          <a:xfrm>
            <a:off x="12929040" y="3095828"/>
            <a:ext cx="3871381" cy="1231106"/>
          </a:xfrm>
        </p:spPr>
        <p:txBody>
          <a:bodyPr wrap="square" anchor="b">
            <a:spAutoFit/>
          </a:bodyPr>
          <a:lstStyle>
            <a:lvl1pPr marL="0" indent="0">
              <a:spcAft>
                <a:spcPts val="0"/>
              </a:spcAft>
              <a:buNone/>
              <a:defRPr sz="4000" b="1">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 </a:t>
            </a:r>
            <a:br>
              <a:rPr lang="en-GB"/>
            </a:br>
            <a:r>
              <a:rPr lang="en-GB"/>
              <a:t>add text</a:t>
            </a:r>
          </a:p>
        </p:txBody>
      </p:sp>
      <p:sp>
        <p:nvSpPr>
          <p:cNvPr id="22" name="Text Placeholder 2">
            <a:extLst>
              <a:ext uri="{FF2B5EF4-FFF2-40B4-BE49-F238E27FC236}">
                <a16:creationId xmlns:a16="http://schemas.microsoft.com/office/drawing/2014/main" id="{212AE347-42B7-6847-8450-27FA8B440BA4}"/>
              </a:ext>
            </a:extLst>
          </p:cNvPr>
          <p:cNvSpPr>
            <a:spLocks noGrp="1"/>
          </p:cNvSpPr>
          <p:nvPr>
            <p:ph type="body" idx="17" hasCustomPrompt="1"/>
          </p:nvPr>
        </p:nvSpPr>
        <p:spPr>
          <a:xfrm>
            <a:off x="18260324" y="3095828"/>
            <a:ext cx="3871381" cy="1231106"/>
          </a:xfrm>
        </p:spPr>
        <p:txBody>
          <a:bodyPr wrap="square" anchor="b">
            <a:spAutoFit/>
          </a:bodyPr>
          <a:lstStyle>
            <a:lvl1pPr marL="0" indent="0">
              <a:spcAft>
                <a:spcPts val="0"/>
              </a:spcAft>
              <a:buNone/>
              <a:defRPr sz="4000" b="1">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 </a:t>
            </a:r>
            <a:br>
              <a:rPr lang="en-GB"/>
            </a:br>
            <a:r>
              <a:rPr lang="en-GB"/>
              <a:t>add text</a:t>
            </a:r>
          </a:p>
        </p:txBody>
      </p:sp>
      <p:sp>
        <p:nvSpPr>
          <p:cNvPr id="23" name="Text Placeholder 2">
            <a:extLst>
              <a:ext uri="{FF2B5EF4-FFF2-40B4-BE49-F238E27FC236}">
                <a16:creationId xmlns:a16="http://schemas.microsoft.com/office/drawing/2014/main" id="{90257A75-8571-B849-AF0B-8DD2D2B8AD36}"/>
              </a:ext>
            </a:extLst>
          </p:cNvPr>
          <p:cNvSpPr>
            <a:spLocks noGrp="1"/>
          </p:cNvSpPr>
          <p:nvPr>
            <p:ph type="body" idx="20" hasCustomPrompt="1"/>
          </p:nvPr>
        </p:nvSpPr>
        <p:spPr>
          <a:xfrm>
            <a:off x="12929040" y="7972627"/>
            <a:ext cx="3871381" cy="1231106"/>
          </a:xfrm>
        </p:spPr>
        <p:txBody>
          <a:bodyPr wrap="square" anchor="b">
            <a:spAutoFit/>
          </a:bodyPr>
          <a:lstStyle>
            <a:lvl1pPr marL="0" indent="0">
              <a:spcAft>
                <a:spcPts val="0"/>
              </a:spcAft>
              <a:buNone/>
              <a:defRPr sz="4000" b="1">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 </a:t>
            </a:r>
            <a:br>
              <a:rPr lang="en-GB"/>
            </a:br>
            <a:r>
              <a:rPr lang="en-GB"/>
              <a:t>add text</a:t>
            </a:r>
          </a:p>
        </p:txBody>
      </p:sp>
      <p:sp>
        <p:nvSpPr>
          <p:cNvPr id="24" name="Text Placeholder 2">
            <a:extLst>
              <a:ext uri="{FF2B5EF4-FFF2-40B4-BE49-F238E27FC236}">
                <a16:creationId xmlns:a16="http://schemas.microsoft.com/office/drawing/2014/main" id="{25E49900-118F-CD48-A42D-869AF2F28CA7}"/>
              </a:ext>
            </a:extLst>
          </p:cNvPr>
          <p:cNvSpPr>
            <a:spLocks noGrp="1"/>
          </p:cNvSpPr>
          <p:nvPr>
            <p:ph type="body" idx="23" hasCustomPrompt="1"/>
          </p:nvPr>
        </p:nvSpPr>
        <p:spPr>
          <a:xfrm>
            <a:off x="18260324" y="7972627"/>
            <a:ext cx="3871381" cy="1231106"/>
          </a:xfrm>
        </p:spPr>
        <p:txBody>
          <a:bodyPr wrap="square" anchor="b">
            <a:spAutoFit/>
          </a:bodyPr>
          <a:lstStyle>
            <a:lvl1pPr marL="0" indent="0">
              <a:spcAft>
                <a:spcPts val="0"/>
              </a:spcAft>
              <a:buNone/>
              <a:defRPr sz="4000" b="1">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a:t>
            </a:r>
            <a:br>
              <a:rPr lang="en-GB"/>
            </a:br>
            <a:r>
              <a:rPr lang="en-GB"/>
              <a:t>add text</a:t>
            </a:r>
          </a:p>
        </p:txBody>
      </p:sp>
      <p:sp>
        <p:nvSpPr>
          <p:cNvPr id="26" name="Content Placeholder 2">
            <a:extLst>
              <a:ext uri="{FF2B5EF4-FFF2-40B4-BE49-F238E27FC236}">
                <a16:creationId xmlns:a16="http://schemas.microsoft.com/office/drawing/2014/main" id="{358F7CBF-9194-8A48-AC58-659219153433}"/>
              </a:ext>
            </a:extLst>
          </p:cNvPr>
          <p:cNvSpPr>
            <a:spLocks noGrp="1"/>
          </p:cNvSpPr>
          <p:nvPr>
            <p:ph idx="26" hasCustomPrompt="1"/>
          </p:nvPr>
        </p:nvSpPr>
        <p:spPr>
          <a:xfrm>
            <a:off x="2261264" y="3123964"/>
            <a:ext cx="9178668" cy="8879145"/>
          </a:xfrm>
        </p:spPr>
        <p:txBody>
          <a:bodyPr/>
          <a:lstStyle>
            <a:lvl1pPr>
              <a:lnSpc>
                <a:spcPct val="117000"/>
              </a:lnSpc>
              <a:spcAft>
                <a:spcPts val="800"/>
              </a:spcAft>
              <a:defRPr sz="20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6F912FD9-4CED-4DE4-005D-E05806329E8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4050813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4 col Content and data">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9" name="Text Placeholder 2">
            <a:extLst>
              <a:ext uri="{FF2B5EF4-FFF2-40B4-BE49-F238E27FC236}">
                <a16:creationId xmlns:a16="http://schemas.microsoft.com/office/drawing/2014/main" id="{16642512-3957-EF43-9667-13221E404F43}"/>
              </a:ext>
            </a:extLst>
          </p:cNvPr>
          <p:cNvSpPr>
            <a:spLocks noGrp="1"/>
          </p:cNvSpPr>
          <p:nvPr>
            <p:ph type="body" idx="14" hasCustomPrompt="1"/>
          </p:nvPr>
        </p:nvSpPr>
        <p:spPr>
          <a:xfrm>
            <a:off x="2263149" y="3127725"/>
            <a:ext cx="4568825" cy="461665"/>
          </a:xfrm>
        </p:spPr>
        <p:txBody>
          <a:bodyPr wrap="square" anchor="t">
            <a:spAutoFit/>
          </a:bodyPr>
          <a:lstStyle>
            <a:lvl1pPr marL="0" indent="0">
              <a:spcAft>
                <a:spcPts val="0"/>
              </a:spcAft>
              <a:buNone/>
              <a:defRPr sz="30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 add text</a:t>
            </a:r>
          </a:p>
        </p:txBody>
      </p:sp>
      <p:sp>
        <p:nvSpPr>
          <p:cNvPr id="11" name="Text Placeholder 2">
            <a:extLst>
              <a:ext uri="{FF2B5EF4-FFF2-40B4-BE49-F238E27FC236}">
                <a16:creationId xmlns:a16="http://schemas.microsoft.com/office/drawing/2014/main" id="{4D8E5C98-2D5C-FA4E-B19C-E4FD1AF623D6}"/>
              </a:ext>
            </a:extLst>
          </p:cNvPr>
          <p:cNvSpPr>
            <a:spLocks noGrp="1"/>
          </p:cNvSpPr>
          <p:nvPr>
            <p:ph type="body" idx="16" hasCustomPrompt="1"/>
          </p:nvPr>
        </p:nvSpPr>
        <p:spPr>
          <a:xfrm>
            <a:off x="2284413" y="3749555"/>
            <a:ext cx="4568825" cy="1885701"/>
          </a:xfrm>
        </p:spPr>
        <p:txBody>
          <a:bodyPr wrap="square" anchor="t">
            <a:no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21" name="Text Placeholder 2">
            <a:extLst>
              <a:ext uri="{FF2B5EF4-FFF2-40B4-BE49-F238E27FC236}">
                <a16:creationId xmlns:a16="http://schemas.microsoft.com/office/drawing/2014/main" id="{FDAEB2EA-AE24-1443-9762-CED602863704}"/>
              </a:ext>
            </a:extLst>
          </p:cNvPr>
          <p:cNvSpPr>
            <a:spLocks noGrp="1"/>
          </p:cNvSpPr>
          <p:nvPr>
            <p:ph type="body" idx="17" hasCustomPrompt="1"/>
          </p:nvPr>
        </p:nvSpPr>
        <p:spPr>
          <a:xfrm>
            <a:off x="2263149" y="6615204"/>
            <a:ext cx="4590089" cy="861774"/>
          </a:xfrm>
        </p:spPr>
        <p:txBody>
          <a:bodyPr wrap="square" anchor="b">
            <a:spAutoFit/>
          </a:bodyPr>
          <a:lstStyle>
            <a:lvl1pPr marL="0" indent="0">
              <a:spcAft>
                <a:spcPts val="0"/>
              </a:spcAft>
              <a:buNone/>
              <a:defRPr sz="56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22" name="Text Placeholder 2">
            <a:extLst>
              <a:ext uri="{FF2B5EF4-FFF2-40B4-BE49-F238E27FC236}">
                <a16:creationId xmlns:a16="http://schemas.microsoft.com/office/drawing/2014/main" id="{7D2B43BB-F80F-E94B-9590-490166D84912}"/>
              </a:ext>
            </a:extLst>
          </p:cNvPr>
          <p:cNvSpPr>
            <a:spLocks noGrp="1"/>
          </p:cNvSpPr>
          <p:nvPr>
            <p:ph type="body" idx="18" hasCustomPrompt="1"/>
          </p:nvPr>
        </p:nvSpPr>
        <p:spPr>
          <a:xfrm>
            <a:off x="2284413" y="7534745"/>
            <a:ext cx="4568825" cy="345479"/>
          </a:xfrm>
        </p:spPr>
        <p:txBody>
          <a:bodyPr wrap="square"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23" name="Text Placeholder 2">
            <a:extLst>
              <a:ext uri="{FF2B5EF4-FFF2-40B4-BE49-F238E27FC236}">
                <a16:creationId xmlns:a16="http://schemas.microsoft.com/office/drawing/2014/main" id="{5D11586B-BB88-E841-BDE0-C232DC44FD95}"/>
              </a:ext>
            </a:extLst>
          </p:cNvPr>
          <p:cNvSpPr>
            <a:spLocks noGrp="1"/>
          </p:cNvSpPr>
          <p:nvPr>
            <p:ph type="body" idx="19" hasCustomPrompt="1"/>
          </p:nvPr>
        </p:nvSpPr>
        <p:spPr>
          <a:xfrm>
            <a:off x="7587317" y="3127725"/>
            <a:ext cx="4568825" cy="461665"/>
          </a:xfrm>
        </p:spPr>
        <p:txBody>
          <a:bodyPr wrap="square" anchor="t">
            <a:spAutoFit/>
          </a:bodyPr>
          <a:lstStyle>
            <a:lvl1pPr marL="0" indent="0">
              <a:spcAft>
                <a:spcPts val="0"/>
              </a:spcAft>
              <a:buNone/>
              <a:defRPr sz="30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 add text</a:t>
            </a:r>
          </a:p>
        </p:txBody>
      </p:sp>
      <p:sp>
        <p:nvSpPr>
          <p:cNvPr id="24" name="Text Placeholder 2">
            <a:extLst>
              <a:ext uri="{FF2B5EF4-FFF2-40B4-BE49-F238E27FC236}">
                <a16:creationId xmlns:a16="http://schemas.microsoft.com/office/drawing/2014/main" id="{59FB3666-1E87-CB46-90C6-24A9ED043E99}"/>
              </a:ext>
            </a:extLst>
          </p:cNvPr>
          <p:cNvSpPr>
            <a:spLocks noGrp="1"/>
          </p:cNvSpPr>
          <p:nvPr>
            <p:ph type="body" idx="20" hasCustomPrompt="1"/>
          </p:nvPr>
        </p:nvSpPr>
        <p:spPr>
          <a:xfrm>
            <a:off x="7608581" y="3749555"/>
            <a:ext cx="4568825" cy="1885701"/>
          </a:xfrm>
        </p:spPr>
        <p:txBody>
          <a:bodyPr wrap="square" anchor="t">
            <a:no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25" name="Text Placeholder 2">
            <a:extLst>
              <a:ext uri="{FF2B5EF4-FFF2-40B4-BE49-F238E27FC236}">
                <a16:creationId xmlns:a16="http://schemas.microsoft.com/office/drawing/2014/main" id="{71D06E88-E1C6-554B-ACB2-1388ECCFC477}"/>
              </a:ext>
            </a:extLst>
          </p:cNvPr>
          <p:cNvSpPr>
            <a:spLocks noGrp="1"/>
          </p:cNvSpPr>
          <p:nvPr>
            <p:ph type="body" idx="21" hasCustomPrompt="1"/>
          </p:nvPr>
        </p:nvSpPr>
        <p:spPr>
          <a:xfrm>
            <a:off x="7587317" y="6615204"/>
            <a:ext cx="4590089" cy="861774"/>
          </a:xfrm>
        </p:spPr>
        <p:txBody>
          <a:bodyPr wrap="square" anchor="b">
            <a:spAutoFit/>
          </a:bodyPr>
          <a:lstStyle>
            <a:lvl1pPr marL="0" indent="0">
              <a:spcAft>
                <a:spcPts val="0"/>
              </a:spcAft>
              <a:buNone/>
              <a:defRPr sz="56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26" name="Text Placeholder 2">
            <a:extLst>
              <a:ext uri="{FF2B5EF4-FFF2-40B4-BE49-F238E27FC236}">
                <a16:creationId xmlns:a16="http://schemas.microsoft.com/office/drawing/2014/main" id="{04E1B498-F789-6B4C-929F-448D3A7E09A9}"/>
              </a:ext>
            </a:extLst>
          </p:cNvPr>
          <p:cNvSpPr>
            <a:spLocks noGrp="1"/>
          </p:cNvSpPr>
          <p:nvPr>
            <p:ph type="body" idx="22" hasCustomPrompt="1"/>
          </p:nvPr>
        </p:nvSpPr>
        <p:spPr>
          <a:xfrm>
            <a:off x="7608581" y="7534745"/>
            <a:ext cx="4568825" cy="345479"/>
          </a:xfrm>
        </p:spPr>
        <p:txBody>
          <a:bodyPr wrap="square"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27" name="Text Placeholder 2">
            <a:extLst>
              <a:ext uri="{FF2B5EF4-FFF2-40B4-BE49-F238E27FC236}">
                <a16:creationId xmlns:a16="http://schemas.microsoft.com/office/drawing/2014/main" id="{703D466C-3718-F242-B9DF-2DB7662AB580}"/>
              </a:ext>
            </a:extLst>
          </p:cNvPr>
          <p:cNvSpPr>
            <a:spLocks noGrp="1"/>
          </p:cNvSpPr>
          <p:nvPr>
            <p:ph type="body" idx="23" hasCustomPrompt="1"/>
          </p:nvPr>
        </p:nvSpPr>
        <p:spPr>
          <a:xfrm>
            <a:off x="12911485" y="3127725"/>
            <a:ext cx="4568825" cy="461665"/>
          </a:xfrm>
        </p:spPr>
        <p:txBody>
          <a:bodyPr wrap="square" anchor="t">
            <a:spAutoFit/>
          </a:bodyPr>
          <a:lstStyle>
            <a:lvl1pPr marL="0" indent="0">
              <a:spcAft>
                <a:spcPts val="0"/>
              </a:spcAft>
              <a:buNone/>
              <a:defRPr sz="30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 add text</a:t>
            </a:r>
          </a:p>
        </p:txBody>
      </p:sp>
      <p:sp>
        <p:nvSpPr>
          <p:cNvPr id="28" name="Text Placeholder 2">
            <a:extLst>
              <a:ext uri="{FF2B5EF4-FFF2-40B4-BE49-F238E27FC236}">
                <a16:creationId xmlns:a16="http://schemas.microsoft.com/office/drawing/2014/main" id="{B73F0385-ED67-AD4D-8608-C489961D5B62}"/>
              </a:ext>
            </a:extLst>
          </p:cNvPr>
          <p:cNvSpPr>
            <a:spLocks noGrp="1"/>
          </p:cNvSpPr>
          <p:nvPr>
            <p:ph type="body" idx="24" hasCustomPrompt="1"/>
          </p:nvPr>
        </p:nvSpPr>
        <p:spPr>
          <a:xfrm>
            <a:off x="12932749" y="3749555"/>
            <a:ext cx="4568825" cy="1885701"/>
          </a:xfrm>
        </p:spPr>
        <p:txBody>
          <a:bodyPr wrap="square" anchor="t">
            <a:no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29" name="Text Placeholder 2">
            <a:extLst>
              <a:ext uri="{FF2B5EF4-FFF2-40B4-BE49-F238E27FC236}">
                <a16:creationId xmlns:a16="http://schemas.microsoft.com/office/drawing/2014/main" id="{ADFBF102-F707-8A41-9092-931F5DD49E87}"/>
              </a:ext>
            </a:extLst>
          </p:cNvPr>
          <p:cNvSpPr>
            <a:spLocks noGrp="1"/>
          </p:cNvSpPr>
          <p:nvPr>
            <p:ph type="body" idx="25" hasCustomPrompt="1"/>
          </p:nvPr>
        </p:nvSpPr>
        <p:spPr>
          <a:xfrm>
            <a:off x="12911485" y="6615204"/>
            <a:ext cx="4590089" cy="861774"/>
          </a:xfrm>
        </p:spPr>
        <p:txBody>
          <a:bodyPr wrap="square" anchor="b">
            <a:spAutoFit/>
          </a:bodyPr>
          <a:lstStyle>
            <a:lvl1pPr marL="0" indent="0">
              <a:spcAft>
                <a:spcPts val="0"/>
              </a:spcAft>
              <a:buNone/>
              <a:defRPr sz="56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30" name="Text Placeholder 2">
            <a:extLst>
              <a:ext uri="{FF2B5EF4-FFF2-40B4-BE49-F238E27FC236}">
                <a16:creationId xmlns:a16="http://schemas.microsoft.com/office/drawing/2014/main" id="{572CE571-3876-B640-86F0-2ECB5F3F94B7}"/>
              </a:ext>
            </a:extLst>
          </p:cNvPr>
          <p:cNvSpPr>
            <a:spLocks noGrp="1"/>
          </p:cNvSpPr>
          <p:nvPr>
            <p:ph type="body" idx="26" hasCustomPrompt="1"/>
          </p:nvPr>
        </p:nvSpPr>
        <p:spPr>
          <a:xfrm>
            <a:off x="12932749" y="7534745"/>
            <a:ext cx="4568825" cy="345479"/>
          </a:xfrm>
        </p:spPr>
        <p:txBody>
          <a:bodyPr wrap="square"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31" name="Text Placeholder 2">
            <a:extLst>
              <a:ext uri="{FF2B5EF4-FFF2-40B4-BE49-F238E27FC236}">
                <a16:creationId xmlns:a16="http://schemas.microsoft.com/office/drawing/2014/main" id="{3284B7DF-717C-CE45-BCC4-A7884A8632E7}"/>
              </a:ext>
            </a:extLst>
          </p:cNvPr>
          <p:cNvSpPr>
            <a:spLocks noGrp="1"/>
          </p:cNvSpPr>
          <p:nvPr>
            <p:ph type="body" idx="27" hasCustomPrompt="1"/>
          </p:nvPr>
        </p:nvSpPr>
        <p:spPr>
          <a:xfrm>
            <a:off x="18235653" y="3127725"/>
            <a:ext cx="4568825" cy="461665"/>
          </a:xfrm>
        </p:spPr>
        <p:txBody>
          <a:bodyPr wrap="square" anchor="t">
            <a:spAutoFit/>
          </a:bodyPr>
          <a:lstStyle>
            <a:lvl1pPr marL="0" indent="0">
              <a:spcAft>
                <a:spcPts val="0"/>
              </a:spcAft>
              <a:buNone/>
              <a:defRPr sz="30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Click to add text</a:t>
            </a:r>
          </a:p>
        </p:txBody>
      </p:sp>
      <p:sp>
        <p:nvSpPr>
          <p:cNvPr id="32" name="Text Placeholder 2">
            <a:extLst>
              <a:ext uri="{FF2B5EF4-FFF2-40B4-BE49-F238E27FC236}">
                <a16:creationId xmlns:a16="http://schemas.microsoft.com/office/drawing/2014/main" id="{FCD03DDE-4D27-E546-B96D-0ED1DF019ACA}"/>
              </a:ext>
            </a:extLst>
          </p:cNvPr>
          <p:cNvSpPr>
            <a:spLocks noGrp="1"/>
          </p:cNvSpPr>
          <p:nvPr>
            <p:ph type="body" idx="28" hasCustomPrompt="1"/>
          </p:nvPr>
        </p:nvSpPr>
        <p:spPr>
          <a:xfrm>
            <a:off x="18256917" y="3749555"/>
            <a:ext cx="4568825" cy="1885701"/>
          </a:xfrm>
        </p:spPr>
        <p:txBody>
          <a:bodyPr wrap="square" anchor="t">
            <a:no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sp>
        <p:nvSpPr>
          <p:cNvPr id="33" name="Text Placeholder 2">
            <a:extLst>
              <a:ext uri="{FF2B5EF4-FFF2-40B4-BE49-F238E27FC236}">
                <a16:creationId xmlns:a16="http://schemas.microsoft.com/office/drawing/2014/main" id="{7FA2519B-6FFC-4340-BAFA-E118D8DC4800}"/>
              </a:ext>
            </a:extLst>
          </p:cNvPr>
          <p:cNvSpPr>
            <a:spLocks noGrp="1"/>
          </p:cNvSpPr>
          <p:nvPr>
            <p:ph type="body" idx="29" hasCustomPrompt="1"/>
          </p:nvPr>
        </p:nvSpPr>
        <p:spPr>
          <a:xfrm>
            <a:off x="18235653" y="6615204"/>
            <a:ext cx="4590089" cy="861774"/>
          </a:xfrm>
        </p:spPr>
        <p:txBody>
          <a:bodyPr wrap="square" anchor="b">
            <a:spAutoFit/>
          </a:bodyPr>
          <a:lstStyle>
            <a:lvl1pPr marL="0" indent="0">
              <a:spcAft>
                <a:spcPts val="0"/>
              </a:spcAft>
              <a:buNone/>
              <a:defRPr sz="5600" b="1">
                <a:solidFill>
                  <a:srgbClr val="D14900"/>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GB"/>
              <a:t>00</a:t>
            </a:r>
          </a:p>
        </p:txBody>
      </p:sp>
      <p:sp>
        <p:nvSpPr>
          <p:cNvPr id="34" name="Text Placeholder 2">
            <a:extLst>
              <a:ext uri="{FF2B5EF4-FFF2-40B4-BE49-F238E27FC236}">
                <a16:creationId xmlns:a16="http://schemas.microsoft.com/office/drawing/2014/main" id="{B8BADAC4-27A3-4E45-B1B1-1007DA629489}"/>
              </a:ext>
            </a:extLst>
          </p:cNvPr>
          <p:cNvSpPr>
            <a:spLocks noGrp="1"/>
          </p:cNvSpPr>
          <p:nvPr>
            <p:ph type="body" idx="30" hasCustomPrompt="1"/>
          </p:nvPr>
        </p:nvSpPr>
        <p:spPr>
          <a:xfrm>
            <a:off x="18256917" y="7534745"/>
            <a:ext cx="4568825" cy="345479"/>
          </a:xfrm>
        </p:spPr>
        <p:txBody>
          <a:bodyPr wrap="square" anchor="t">
            <a:spAutoFit/>
          </a:bodyPr>
          <a:lstStyle>
            <a:lvl1pPr marL="0" indent="0">
              <a:lnSpc>
                <a:spcPct val="117000"/>
              </a:lnSpc>
              <a:spcAft>
                <a:spcPts val="0"/>
              </a:spcAft>
              <a:buNone/>
              <a:defRPr sz="2000" b="0">
                <a:solidFill>
                  <a:schemeClr val="tx1"/>
                </a:solidFill>
              </a:defRPr>
            </a:lvl1pPr>
            <a:lvl2pPr marL="914354" indent="0">
              <a:buNone/>
              <a:defRPr sz="4000" b="1"/>
            </a:lvl2pPr>
            <a:lvl3pPr marL="1828709" indent="0">
              <a:buNone/>
              <a:defRPr sz="3600" b="1"/>
            </a:lvl3pPr>
            <a:lvl4pPr marL="2743063" indent="0">
              <a:buNone/>
              <a:defRPr sz="3200" b="1"/>
            </a:lvl4pPr>
            <a:lvl5pPr marL="3657417" indent="0">
              <a:buNone/>
              <a:defRPr sz="3200" b="1"/>
            </a:lvl5pPr>
            <a:lvl6pPr marL="4571771" indent="0">
              <a:buNone/>
              <a:defRPr sz="3200" b="1"/>
            </a:lvl6pPr>
            <a:lvl7pPr marL="5486126" indent="0">
              <a:buNone/>
              <a:defRPr sz="3200" b="1"/>
            </a:lvl7pPr>
            <a:lvl8pPr marL="6400480" indent="0">
              <a:buNone/>
              <a:defRPr sz="3200" b="1"/>
            </a:lvl8pPr>
            <a:lvl9pPr marL="7314834" indent="0">
              <a:buNone/>
              <a:defRPr sz="3200" b="1"/>
            </a:lvl9pPr>
          </a:lstStyle>
          <a:p>
            <a:pPr lvl="0"/>
            <a:r>
              <a:rPr lang="en-US"/>
              <a:t>Click to add text</a:t>
            </a:r>
          </a:p>
        </p:txBody>
      </p:sp>
      <p:pic>
        <p:nvPicPr>
          <p:cNvPr id="2" name="Graphic 1">
            <a:extLst>
              <a:ext uri="{FF2B5EF4-FFF2-40B4-BE49-F238E27FC236}">
                <a16:creationId xmlns:a16="http://schemas.microsoft.com/office/drawing/2014/main" id="{F65A699B-B38C-72BE-565D-2EF28C6FDE9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5897925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4 col content, with bullet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1D568E7-61F5-D04E-995D-81EF41C01A2A}" type="slidenum">
              <a:rPr lang="en-GB" smtClean="0"/>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35" name="Text Placeholder 11">
            <a:extLst>
              <a:ext uri="{FF2B5EF4-FFF2-40B4-BE49-F238E27FC236}">
                <a16:creationId xmlns:a16="http://schemas.microsoft.com/office/drawing/2014/main" id="{3E0C490C-6E46-DA4D-9C35-2B312B0DAD82}"/>
              </a:ext>
            </a:extLst>
          </p:cNvPr>
          <p:cNvSpPr>
            <a:spLocks noGrp="1"/>
          </p:cNvSpPr>
          <p:nvPr>
            <p:ph type="body" sz="quarter" idx="15" hasCustomPrompt="1"/>
          </p:nvPr>
        </p:nvSpPr>
        <p:spPr>
          <a:xfrm>
            <a:off x="2264900" y="3140793"/>
            <a:ext cx="4588338" cy="5206794"/>
          </a:xfrm>
        </p:spPr>
        <p:txBody>
          <a:bodyPr/>
          <a:lstStyle>
            <a:lvl1pPr>
              <a:lnSpc>
                <a:spcPct val="100000"/>
              </a:lnSpc>
              <a:spcAft>
                <a:spcPts val="1400"/>
              </a:spcAft>
              <a:defRPr>
                <a:solidFill>
                  <a:srgbClr val="D14900"/>
                </a:solidFill>
              </a:defRPr>
            </a:lvl1pPr>
            <a:lvl2pPr>
              <a:lnSpc>
                <a:spcPct val="117000"/>
              </a:lnSpc>
              <a:spcAft>
                <a:spcPts val="2600"/>
              </a:spcAft>
              <a:defRPr b="0" i="0">
                <a:solidFill>
                  <a:schemeClr val="tx1"/>
                </a:solidFill>
                <a:latin typeface="Helvetica Now Text" panose="020B0504030202020204" pitchFamily="34" charset="77"/>
              </a:defRPr>
            </a:lvl2pPr>
            <a:lvl3pPr>
              <a:lnSpc>
                <a:spcPct val="117000"/>
              </a:lnSpc>
              <a:spcAft>
                <a:spcPts val="2600"/>
              </a:spcAft>
              <a:defRPr b="0" i="0">
                <a:solidFill>
                  <a:schemeClr val="tx1"/>
                </a:solidFill>
                <a:latin typeface="Helvetica Now Text" panose="020B0504030202020204" pitchFamily="34" charset="77"/>
              </a:defRPr>
            </a:lvl3pPr>
            <a:lvl4pPr>
              <a:lnSpc>
                <a:spcPct val="117000"/>
              </a:lnSpc>
              <a:spcAft>
                <a:spcPts val="2600"/>
              </a:spcAft>
              <a:defRPr b="0" i="0">
                <a:solidFill>
                  <a:schemeClr val="tx1"/>
                </a:solidFill>
                <a:latin typeface="Helvetica Now Text" panose="020B0504030202020204" pitchFamily="34" charset="77"/>
              </a:defRPr>
            </a:lvl4pPr>
            <a:lvl5pPr>
              <a:lnSpc>
                <a:spcPct val="117000"/>
              </a:lnSpc>
              <a:spcAft>
                <a:spcPts val="2600"/>
              </a:spcAft>
              <a:defRPr b="0" i="0">
                <a:solidFill>
                  <a:schemeClr val="tx1"/>
                </a:solidFill>
                <a:latin typeface="Helvetica Now Text" panose="020B0504030202020204" pitchFamily="34" charset="77"/>
              </a:defRPr>
            </a:lvl5pPr>
            <a:lvl6pPr indent="-241200">
              <a:lnSpc>
                <a:spcPct val="117000"/>
              </a:lnSpc>
              <a:spcAft>
                <a:spcPts val="2600"/>
              </a:spcAft>
              <a:defRPr b="0" i="0">
                <a:solidFill>
                  <a:schemeClr val="tx2"/>
                </a:solidFill>
                <a:latin typeface="Helvetica Now Text" panose="020B0504030202020204" pitchFamily="34" charset="77"/>
              </a:defRPr>
            </a:lvl6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11">
            <a:extLst>
              <a:ext uri="{FF2B5EF4-FFF2-40B4-BE49-F238E27FC236}">
                <a16:creationId xmlns:a16="http://schemas.microsoft.com/office/drawing/2014/main" id="{323CF613-4B78-124C-8431-E69133B251B2}"/>
              </a:ext>
            </a:extLst>
          </p:cNvPr>
          <p:cNvSpPr>
            <a:spLocks noGrp="1"/>
          </p:cNvSpPr>
          <p:nvPr>
            <p:ph type="body" sz="quarter" idx="16" hasCustomPrompt="1"/>
          </p:nvPr>
        </p:nvSpPr>
        <p:spPr>
          <a:xfrm>
            <a:off x="7858875" y="3140793"/>
            <a:ext cx="4588338" cy="5206794"/>
          </a:xfrm>
        </p:spPr>
        <p:txBody>
          <a:bodyPr/>
          <a:lstStyle>
            <a:lvl1pPr>
              <a:lnSpc>
                <a:spcPct val="100000"/>
              </a:lnSpc>
              <a:spcAft>
                <a:spcPts val="1400"/>
              </a:spcAft>
              <a:defRPr>
                <a:solidFill>
                  <a:srgbClr val="D14900"/>
                </a:solidFill>
              </a:defRPr>
            </a:lvl1pPr>
            <a:lvl2pPr>
              <a:lnSpc>
                <a:spcPct val="117000"/>
              </a:lnSpc>
              <a:spcAft>
                <a:spcPts val="2600"/>
              </a:spcAft>
              <a:defRPr b="0" i="0">
                <a:solidFill>
                  <a:schemeClr val="tx1"/>
                </a:solidFill>
                <a:latin typeface="Helvetica Now Text" panose="020B0504030202020204" pitchFamily="34" charset="77"/>
              </a:defRPr>
            </a:lvl2pPr>
            <a:lvl3pPr>
              <a:lnSpc>
                <a:spcPct val="117000"/>
              </a:lnSpc>
              <a:spcAft>
                <a:spcPts val="2600"/>
              </a:spcAft>
              <a:defRPr b="0" i="0">
                <a:solidFill>
                  <a:schemeClr val="tx1"/>
                </a:solidFill>
                <a:latin typeface="Helvetica Now Text" panose="020B0504030202020204" pitchFamily="34" charset="77"/>
              </a:defRPr>
            </a:lvl3pPr>
            <a:lvl4pPr>
              <a:lnSpc>
                <a:spcPct val="117000"/>
              </a:lnSpc>
              <a:spcAft>
                <a:spcPts val="2600"/>
              </a:spcAft>
              <a:defRPr b="0" i="0">
                <a:solidFill>
                  <a:schemeClr val="tx1"/>
                </a:solidFill>
                <a:latin typeface="Helvetica Now Text" panose="020B0504030202020204" pitchFamily="34" charset="77"/>
              </a:defRPr>
            </a:lvl4pPr>
            <a:lvl5pPr>
              <a:lnSpc>
                <a:spcPct val="117000"/>
              </a:lnSpc>
              <a:spcAft>
                <a:spcPts val="2600"/>
              </a:spcAft>
              <a:defRPr b="0" i="0">
                <a:solidFill>
                  <a:schemeClr val="tx1"/>
                </a:solidFill>
                <a:latin typeface="Helvetica Now Text" panose="020B0504030202020204" pitchFamily="34" charset="77"/>
              </a:defRPr>
            </a:lvl5pPr>
            <a:lvl6pPr indent="-241200">
              <a:lnSpc>
                <a:spcPct val="117000"/>
              </a:lnSpc>
              <a:spcAft>
                <a:spcPts val="2600"/>
              </a:spcAft>
              <a:defRPr b="0" i="0">
                <a:solidFill>
                  <a:schemeClr val="tx2"/>
                </a:solidFill>
                <a:latin typeface="Helvetica Now Text" panose="020B0504030202020204" pitchFamily="34" charset="77"/>
              </a:defRPr>
            </a:lvl6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11">
            <a:extLst>
              <a:ext uri="{FF2B5EF4-FFF2-40B4-BE49-F238E27FC236}">
                <a16:creationId xmlns:a16="http://schemas.microsoft.com/office/drawing/2014/main" id="{E44EDEBE-67F4-2647-AFFF-D1E705C4BADC}"/>
              </a:ext>
            </a:extLst>
          </p:cNvPr>
          <p:cNvSpPr>
            <a:spLocks noGrp="1"/>
          </p:cNvSpPr>
          <p:nvPr>
            <p:ph type="body" sz="quarter" idx="17" hasCustomPrompt="1"/>
          </p:nvPr>
        </p:nvSpPr>
        <p:spPr>
          <a:xfrm>
            <a:off x="13452850" y="3140793"/>
            <a:ext cx="4588338" cy="5206794"/>
          </a:xfrm>
        </p:spPr>
        <p:txBody>
          <a:bodyPr/>
          <a:lstStyle>
            <a:lvl1pPr>
              <a:lnSpc>
                <a:spcPct val="100000"/>
              </a:lnSpc>
              <a:spcAft>
                <a:spcPts val="1400"/>
              </a:spcAft>
              <a:defRPr>
                <a:solidFill>
                  <a:srgbClr val="D14900"/>
                </a:solidFill>
              </a:defRPr>
            </a:lvl1pPr>
            <a:lvl2pPr>
              <a:lnSpc>
                <a:spcPct val="117000"/>
              </a:lnSpc>
              <a:spcAft>
                <a:spcPts val="2600"/>
              </a:spcAft>
              <a:defRPr b="0" i="0">
                <a:solidFill>
                  <a:schemeClr val="tx1"/>
                </a:solidFill>
                <a:latin typeface="Helvetica Now Text" panose="020B0504030202020204" pitchFamily="34" charset="77"/>
              </a:defRPr>
            </a:lvl2pPr>
            <a:lvl3pPr>
              <a:lnSpc>
                <a:spcPct val="117000"/>
              </a:lnSpc>
              <a:spcAft>
                <a:spcPts val="2600"/>
              </a:spcAft>
              <a:defRPr b="0" i="0">
                <a:solidFill>
                  <a:schemeClr val="tx1"/>
                </a:solidFill>
                <a:latin typeface="Helvetica Now Text" panose="020B0504030202020204" pitchFamily="34" charset="77"/>
              </a:defRPr>
            </a:lvl3pPr>
            <a:lvl4pPr>
              <a:lnSpc>
                <a:spcPct val="117000"/>
              </a:lnSpc>
              <a:spcAft>
                <a:spcPts val="2600"/>
              </a:spcAft>
              <a:defRPr b="0" i="0">
                <a:solidFill>
                  <a:schemeClr val="tx1"/>
                </a:solidFill>
                <a:latin typeface="Helvetica Now Text" panose="020B0504030202020204" pitchFamily="34" charset="77"/>
              </a:defRPr>
            </a:lvl4pPr>
            <a:lvl5pPr>
              <a:lnSpc>
                <a:spcPct val="117000"/>
              </a:lnSpc>
              <a:spcAft>
                <a:spcPts val="2600"/>
              </a:spcAft>
              <a:defRPr b="0" i="0">
                <a:solidFill>
                  <a:schemeClr val="tx1"/>
                </a:solidFill>
                <a:latin typeface="Helvetica Now Text" panose="020B0504030202020204" pitchFamily="34" charset="77"/>
              </a:defRPr>
            </a:lvl5pPr>
            <a:lvl6pPr marL="1108075" indent="-239713">
              <a:lnSpc>
                <a:spcPct val="117000"/>
              </a:lnSpc>
              <a:spcAft>
                <a:spcPts val="2600"/>
              </a:spcAft>
              <a:tabLst/>
              <a:defRPr b="0" i="0">
                <a:solidFill>
                  <a:schemeClr val="tx2"/>
                </a:solidFill>
                <a:latin typeface="Helvetica Now Text" panose="020B0504030202020204" pitchFamily="34" charset="77"/>
              </a:defRPr>
            </a:lvl6pPr>
            <a:lvl7pPr>
              <a:defRPr>
                <a:solidFill>
                  <a:schemeClr val="tx2"/>
                </a:solidFill>
              </a:defRPr>
            </a:lvl7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sp>
        <p:nvSpPr>
          <p:cNvPr id="38" name="Text Placeholder 11">
            <a:extLst>
              <a:ext uri="{FF2B5EF4-FFF2-40B4-BE49-F238E27FC236}">
                <a16:creationId xmlns:a16="http://schemas.microsoft.com/office/drawing/2014/main" id="{F47A09BB-CBFA-0D4E-B2BB-868F53588A20}"/>
              </a:ext>
            </a:extLst>
          </p:cNvPr>
          <p:cNvSpPr>
            <a:spLocks noGrp="1"/>
          </p:cNvSpPr>
          <p:nvPr>
            <p:ph type="body" sz="quarter" idx="18" hasCustomPrompt="1"/>
          </p:nvPr>
        </p:nvSpPr>
        <p:spPr>
          <a:xfrm>
            <a:off x="19046825" y="3140793"/>
            <a:ext cx="4588338" cy="5206794"/>
          </a:xfrm>
        </p:spPr>
        <p:txBody>
          <a:bodyPr/>
          <a:lstStyle>
            <a:lvl1pPr>
              <a:lnSpc>
                <a:spcPct val="100000"/>
              </a:lnSpc>
              <a:spcAft>
                <a:spcPts val="1400"/>
              </a:spcAft>
              <a:defRPr>
                <a:solidFill>
                  <a:srgbClr val="D14900"/>
                </a:solidFill>
              </a:defRPr>
            </a:lvl1pPr>
            <a:lvl2pPr>
              <a:lnSpc>
                <a:spcPct val="117000"/>
              </a:lnSpc>
              <a:spcAft>
                <a:spcPts val="2600"/>
              </a:spcAft>
              <a:defRPr b="0" i="0">
                <a:solidFill>
                  <a:schemeClr val="tx1"/>
                </a:solidFill>
                <a:latin typeface="Helvetica Now Text" panose="020B0504030202020204" pitchFamily="34" charset="77"/>
              </a:defRPr>
            </a:lvl2pPr>
            <a:lvl3pPr>
              <a:lnSpc>
                <a:spcPct val="117000"/>
              </a:lnSpc>
              <a:spcAft>
                <a:spcPts val="2600"/>
              </a:spcAft>
              <a:defRPr b="0" i="0">
                <a:solidFill>
                  <a:schemeClr val="tx1"/>
                </a:solidFill>
                <a:latin typeface="Helvetica Now Text" panose="020B0504030202020204" pitchFamily="34" charset="77"/>
              </a:defRPr>
            </a:lvl3pPr>
            <a:lvl4pPr>
              <a:lnSpc>
                <a:spcPct val="117000"/>
              </a:lnSpc>
              <a:spcAft>
                <a:spcPts val="2600"/>
              </a:spcAft>
              <a:defRPr b="0" i="0">
                <a:solidFill>
                  <a:schemeClr val="tx1"/>
                </a:solidFill>
                <a:latin typeface="Helvetica Now Text" panose="020B0504030202020204" pitchFamily="34" charset="77"/>
              </a:defRPr>
            </a:lvl4pPr>
            <a:lvl5pPr>
              <a:lnSpc>
                <a:spcPct val="117000"/>
              </a:lnSpc>
              <a:spcAft>
                <a:spcPts val="2600"/>
              </a:spcAft>
              <a:defRPr b="0" i="0">
                <a:solidFill>
                  <a:schemeClr val="tx1"/>
                </a:solidFill>
                <a:latin typeface="Helvetica Now Text" panose="020B0504030202020204" pitchFamily="34" charset="77"/>
              </a:defRPr>
            </a:lvl5pPr>
            <a:lvl6pPr indent="-241200">
              <a:lnSpc>
                <a:spcPct val="117000"/>
              </a:lnSpc>
              <a:spcAft>
                <a:spcPts val="2600"/>
              </a:spcAft>
              <a:defRPr b="0" i="0">
                <a:solidFill>
                  <a:schemeClr val="tx2"/>
                </a:solidFill>
                <a:latin typeface="Helvetica Now Text" panose="020B0504030202020204" pitchFamily="34" charset="77"/>
              </a:defRPr>
            </a:lvl6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pic>
        <p:nvPicPr>
          <p:cNvPr id="2" name="Graphic 1">
            <a:extLst>
              <a:ext uri="{FF2B5EF4-FFF2-40B4-BE49-F238E27FC236}">
                <a16:creationId xmlns:a16="http://schemas.microsoft.com/office/drawing/2014/main" id="{82F059BB-798C-7809-57AD-900EF6C14FE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4894723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2 col content and 1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3F0F45A-F682-2D49-8730-9963CCAA667F}"/>
              </a:ext>
            </a:extLst>
          </p:cNvPr>
          <p:cNvSpPr>
            <a:spLocks noGrp="1"/>
          </p:cNvSpPr>
          <p:nvPr>
            <p:ph type="pic" sz="quarter" idx="16"/>
          </p:nvPr>
        </p:nvSpPr>
        <p:spPr>
          <a:xfrm>
            <a:off x="16760825" y="0"/>
            <a:ext cx="7621588" cy="13716000"/>
          </a:xfrm>
        </p:spPr>
        <p:txBody>
          <a:bodyPr tIns="5669280"/>
          <a:lstStyle>
            <a:lvl1pPr algn="ctr">
              <a:defRPr b="0"/>
            </a:lvl1pPr>
          </a:lstStyle>
          <a:p>
            <a:r>
              <a:rPr lang="en-US"/>
              <a:t>Click icon to add picture</a:t>
            </a:r>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bg1"/>
                </a:solidFill>
                <a:latin typeface="Helvetica Now Text" panose="020B0504030202020204" pitchFamily="34" charset="77"/>
              </a:defRPr>
            </a:lvl1pPr>
          </a:lstStyle>
          <a:p>
            <a:r>
              <a:rPr lang="en-GB"/>
              <a:t>Legal Copy Helvetica Regular 8/9.6 White</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2246313" y="936384"/>
            <a:ext cx="13750925" cy="800219"/>
          </a:xfrm>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13750925"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pPr lvl="0"/>
            <a:r>
              <a:rPr lang="en-GB"/>
              <a:t>Click to add subhead</a:t>
            </a:r>
            <a:endParaRPr lang="en-US"/>
          </a:p>
        </p:txBody>
      </p:sp>
      <p:sp>
        <p:nvSpPr>
          <p:cNvPr id="9" name="Text Placeholder 8">
            <a:extLst>
              <a:ext uri="{FF2B5EF4-FFF2-40B4-BE49-F238E27FC236}">
                <a16:creationId xmlns:a16="http://schemas.microsoft.com/office/drawing/2014/main" id="{C9E4C97E-00D5-394C-B6B1-5D95FD196B6C}"/>
              </a:ext>
            </a:extLst>
          </p:cNvPr>
          <p:cNvSpPr>
            <a:spLocks noGrp="1"/>
          </p:cNvSpPr>
          <p:nvPr>
            <p:ph type="body" sz="quarter" idx="14" hasCustomPrompt="1"/>
          </p:nvPr>
        </p:nvSpPr>
        <p:spPr>
          <a:xfrm>
            <a:off x="2261760" y="3126481"/>
            <a:ext cx="6184333" cy="8862569"/>
          </a:xfrm>
        </p:spPr>
        <p:txBody>
          <a:bodyPr/>
          <a:lstStyle>
            <a:lvl1pPr>
              <a:defRPr>
                <a:solidFill>
                  <a:srgbClr val="D14900"/>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sp>
        <p:nvSpPr>
          <p:cNvPr id="15" name="Text Placeholder 8">
            <a:extLst>
              <a:ext uri="{FF2B5EF4-FFF2-40B4-BE49-F238E27FC236}">
                <a16:creationId xmlns:a16="http://schemas.microsoft.com/office/drawing/2014/main" id="{E8CCE00E-6A41-1C48-A182-3BE9BB39784F}"/>
              </a:ext>
            </a:extLst>
          </p:cNvPr>
          <p:cNvSpPr>
            <a:spLocks noGrp="1"/>
          </p:cNvSpPr>
          <p:nvPr>
            <p:ph type="body" sz="quarter" idx="15" hasCustomPrompt="1"/>
          </p:nvPr>
        </p:nvSpPr>
        <p:spPr>
          <a:xfrm>
            <a:off x="9120125" y="3126481"/>
            <a:ext cx="6184333" cy="8862569"/>
          </a:xfrm>
        </p:spPr>
        <p:txBody>
          <a:bodyPr/>
          <a:lstStyle>
            <a:lvl1pPr>
              <a:defRPr>
                <a:solidFill>
                  <a:srgbClr val="D14900"/>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pic>
        <p:nvPicPr>
          <p:cNvPr id="2" name="Graphic 1">
            <a:extLst>
              <a:ext uri="{FF2B5EF4-FFF2-40B4-BE49-F238E27FC236}">
                <a16:creationId xmlns:a16="http://schemas.microsoft.com/office/drawing/2014/main" id="{3BBA6513-9FE9-DE41-A3CB-EB41AAA9D34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3992260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1 col content and 1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3F0F45A-F682-2D49-8730-9963CCAA667F}"/>
              </a:ext>
            </a:extLst>
          </p:cNvPr>
          <p:cNvSpPr>
            <a:spLocks noGrp="1"/>
          </p:cNvSpPr>
          <p:nvPr>
            <p:ph type="pic" sz="quarter" idx="16"/>
          </p:nvPr>
        </p:nvSpPr>
        <p:spPr>
          <a:xfrm>
            <a:off x="16760825" y="0"/>
            <a:ext cx="7621588" cy="13716000"/>
          </a:xfrm>
        </p:spPr>
        <p:txBody>
          <a:bodyPr tIns="5669280"/>
          <a:lstStyle>
            <a:lvl1pPr algn="ctr">
              <a:defRPr b="0"/>
            </a:lvl1pPr>
          </a:lstStyle>
          <a:p>
            <a:r>
              <a:rPr lang="en-US"/>
              <a:t>Click icon to add picture</a:t>
            </a:r>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bg1"/>
                </a:solidFill>
                <a:latin typeface="Helvetica Now Text" panose="020B0504030202020204" pitchFamily="34" charset="77"/>
              </a:defRPr>
            </a:lvl1pPr>
          </a:lstStyle>
          <a:p>
            <a:r>
              <a:rPr lang="en-GB"/>
              <a:t>Legal Copy Helvetica Regular 8/9.6 White</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2246313" y="936384"/>
            <a:ext cx="13750925" cy="800219"/>
          </a:xfrm>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3" y="1686568"/>
            <a:ext cx="13750925"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9" name="Text Placeholder 8">
            <a:extLst>
              <a:ext uri="{FF2B5EF4-FFF2-40B4-BE49-F238E27FC236}">
                <a16:creationId xmlns:a16="http://schemas.microsoft.com/office/drawing/2014/main" id="{C9E4C97E-00D5-394C-B6B1-5D95FD196B6C}"/>
              </a:ext>
            </a:extLst>
          </p:cNvPr>
          <p:cNvSpPr>
            <a:spLocks noGrp="1"/>
          </p:cNvSpPr>
          <p:nvPr>
            <p:ph type="body" sz="quarter" idx="14" hasCustomPrompt="1"/>
          </p:nvPr>
        </p:nvSpPr>
        <p:spPr>
          <a:xfrm>
            <a:off x="2261761" y="3126481"/>
            <a:ext cx="13735478" cy="8902951"/>
          </a:xfrm>
        </p:spPr>
        <p:txBody>
          <a:bodyPr/>
          <a:lstStyle>
            <a:lvl1pPr>
              <a:defRPr>
                <a:solidFill>
                  <a:srgbClr val="D14900"/>
                </a:solidFill>
              </a:defRPr>
            </a:lvl1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pic>
        <p:nvPicPr>
          <p:cNvPr id="2" name="Graphic 1">
            <a:extLst>
              <a:ext uri="{FF2B5EF4-FFF2-40B4-BE49-F238E27FC236}">
                <a16:creationId xmlns:a16="http://schemas.microsoft.com/office/drawing/2014/main" id="{65D891EE-757F-BC9F-2919-C9F284CCD8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4468839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1 col content and large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3F0F45A-F682-2D49-8730-9963CCAA667F}"/>
              </a:ext>
            </a:extLst>
          </p:cNvPr>
          <p:cNvSpPr>
            <a:spLocks noGrp="1"/>
          </p:cNvSpPr>
          <p:nvPr>
            <p:ph type="pic" sz="quarter" idx="16"/>
          </p:nvPr>
        </p:nvSpPr>
        <p:spPr>
          <a:xfrm>
            <a:off x="10666414" y="0"/>
            <a:ext cx="13716000" cy="13716000"/>
          </a:xfrm>
        </p:spPr>
        <p:txBody>
          <a:bodyPr tIns="5669280"/>
          <a:lstStyle>
            <a:lvl1pPr algn="ctr">
              <a:defRPr b="0"/>
            </a:lvl1pPr>
          </a:lstStyle>
          <a:p>
            <a:r>
              <a:rPr lang="en-US"/>
              <a:t>Click icon to add picture</a:t>
            </a:r>
            <a:endParaRPr lang="en-GB"/>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bg1"/>
                </a:solidFill>
                <a:latin typeface="Helvetica Now Text" panose="020B0504030202020204" pitchFamily="34" charset="77"/>
              </a:defRPr>
            </a:lvl1pPr>
          </a:lstStyle>
          <a:p>
            <a:r>
              <a:rPr lang="en-GB"/>
              <a:t>Legal Copy Helvetica Regular 8/9.6 White</a:t>
            </a:r>
          </a:p>
        </p:txBody>
      </p:sp>
      <p:sp>
        <p:nvSpPr>
          <p:cNvPr id="5" name="Title 4">
            <a:extLst>
              <a:ext uri="{FF2B5EF4-FFF2-40B4-BE49-F238E27FC236}">
                <a16:creationId xmlns:a16="http://schemas.microsoft.com/office/drawing/2014/main" id="{E3C57073-C7EE-2841-80E1-0655BC165A7C}"/>
              </a:ext>
            </a:extLst>
          </p:cNvPr>
          <p:cNvSpPr>
            <a:spLocks noGrp="1"/>
          </p:cNvSpPr>
          <p:nvPr>
            <p:ph type="title" hasCustomPrompt="1"/>
          </p:nvPr>
        </p:nvSpPr>
        <p:spPr>
          <a:xfrm>
            <a:off x="2246314" y="936384"/>
            <a:ext cx="7656511" cy="800219"/>
          </a:xfrm>
        </p:spPr>
        <p:txBody>
          <a:bodyPr/>
          <a:lstStyle>
            <a:lvl1pPr>
              <a:defRPr>
                <a:solidFill>
                  <a:srgbClr val="262836"/>
                </a:solidFill>
              </a:defRPr>
            </a:lvl1pPr>
          </a:lstStyle>
          <a:p>
            <a:r>
              <a:rPr lang="en-US"/>
              <a:t>Click to add title</a:t>
            </a:r>
            <a:endParaRPr lang="en-GB"/>
          </a:p>
        </p:txBody>
      </p:sp>
      <p:sp>
        <p:nvSpPr>
          <p:cNvPr id="8" name="Subtitle 2">
            <a:extLst>
              <a:ext uri="{FF2B5EF4-FFF2-40B4-BE49-F238E27FC236}">
                <a16:creationId xmlns:a16="http://schemas.microsoft.com/office/drawing/2014/main" id="{962223A4-0309-D041-BC7E-1B4B70A5FBB9}"/>
              </a:ext>
            </a:extLst>
          </p:cNvPr>
          <p:cNvSpPr>
            <a:spLocks noGrp="1"/>
          </p:cNvSpPr>
          <p:nvPr>
            <p:ph type="subTitle" idx="13" hasCustomPrompt="1"/>
          </p:nvPr>
        </p:nvSpPr>
        <p:spPr>
          <a:xfrm>
            <a:off x="2246314" y="1686568"/>
            <a:ext cx="7656511"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sp>
        <p:nvSpPr>
          <p:cNvPr id="10" name="Text Placeholder 8">
            <a:extLst>
              <a:ext uri="{FF2B5EF4-FFF2-40B4-BE49-F238E27FC236}">
                <a16:creationId xmlns:a16="http://schemas.microsoft.com/office/drawing/2014/main" id="{847EF4F2-8463-C345-BD26-41417596A8BA}"/>
              </a:ext>
            </a:extLst>
          </p:cNvPr>
          <p:cNvSpPr>
            <a:spLocks noGrp="1"/>
          </p:cNvSpPr>
          <p:nvPr>
            <p:ph type="body" sz="quarter" idx="14" hasCustomPrompt="1"/>
          </p:nvPr>
        </p:nvSpPr>
        <p:spPr>
          <a:xfrm>
            <a:off x="2261761" y="3126481"/>
            <a:ext cx="6877478" cy="8902951"/>
          </a:xfrm>
        </p:spPr>
        <p:txBody>
          <a:bodyPr/>
          <a:lstStyle>
            <a:lvl1pPr>
              <a:defRPr>
                <a:solidFill>
                  <a:srgbClr val="D14900"/>
                </a:solidFill>
              </a:defRPr>
            </a:lvl1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pic>
        <p:nvPicPr>
          <p:cNvPr id="2" name="Graphic 1">
            <a:extLst>
              <a:ext uri="{FF2B5EF4-FFF2-40B4-BE49-F238E27FC236}">
                <a16:creationId xmlns:a16="http://schemas.microsoft.com/office/drawing/2014/main" id="{D856D6B3-9928-0794-CA09-6A94BB605A5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9807967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act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10" name="Text Placeholder 9">
            <a:extLst>
              <a:ext uri="{FF2B5EF4-FFF2-40B4-BE49-F238E27FC236}">
                <a16:creationId xmlns:a16="http://schemas.microsoft.com/office/drawing/2014/main" id="{C1B5DE5E-701C-F94A-8940-19FE453292C7}"/>
              </a:ext>
            </a:extLst>
          </p:cNvPr>
          <p:cNvSpPr>
            <a:spLocks noGrp="1"/>
          </p:cNvSpPr>
          <p:nvPr>
            <p:ph type="body" sz="quarter" idx="14" hasCustomPrompt="1"/>
          </p:nvPr>
        </p:nvSpPr>
        <p:spPr>
          <a:xfrm>
            <a:off x="2270932" y="3115610"/>
            <a:ext cx="6109482" cy="345479"/>
          </a:xfrm>
        </p:spPr>
        <p:txBody>
          <a:bodyPr wrap="square">
            <a:spAutoFit/>
          </a:bodyPr>
          <a:lstStyle>
            <a:lvl1pPr marL="0">
              <a:lnSpc>
                <a:spcPct val="117000"/>
              </a:lnSpc>
              <a:spcAft>
                <a:spcPts val="1000"/>
              </a:spcAft>
              <a:defRPr sz="2000" b="0">
                <a:solidFill>
                  <a:schemeClr val="tx1"/>
                </a:solidFill>
              </a:defRPr>
            </a:lvl1pPr>
            <a:lvl2pPr marL="0">
              <a:lnSpc>
                <a:spcPct val="117000"/>
              </a:lnSpc>
              <a:spcAft>
                <a:spcPts val="1000"/>
              </a:spcAft>
              <a:defRPr/>
            </a:lvl2pPr>
            <a:lvl3pPr marL="0" indent="0">
              <a:lnSpc>
                <a:spcPct val="117000"/>
              </a:lnSpc>
              <a:spcAft>
                <a:spcPts val="1000"/>
              </a:spcAft>
              <a:buFont typeface="Arial" panose="020B0604020202020204" pitchFamily="34" charset="0"/>
              <a:buNone/>
              <a:tabLst/>
              <a:defRPr/>
            </a:lvl3pPr>
            <a:lvl4pPr marL="0" indent="0">
              <a:lnSpc>
                <a:spcPct val="117000"/>
              </a:lnSpc>
              <a:spcAft>
                <a:spcPts val="1000"/>
              </a:spcAft>
              <a:buFont typeface="Arial" panose="020B0604020202020204" pitchFamily="34" charset="0"/>
              <a:buNone/>
              <a:tabLst/>
              <a:defRPr/>
            </a:lvl4pPr>
            <a:lvl5pPr marL="0" indent="0">
              <a:lnSpc>
                <a:spcPct val="117000"/>
              </a:lnSpc>
              <a:spcAft>
                <a:spcPts val="1000"/>
              </a:spcAft>
              <a:buFont typeface="Arial" panose="020B0604020202020204" pitchFamily="34" charset="0"/>
              <a:buNone/>
              <a:tabLst/>
              <a:defRPr/>
            </a:lvl5pPr>
          </a:lstStyle>
          <a:p>
            <a:pPr lvl="0"/>
            <a:r>
              <a:rPr lang="en-US"/>
              <a:t>Click to add text</a:t>
            </a:r>
          </a:p>
        </p:txBody>
      </p:sp>
      <p:sp>
        <p:nvSpPr>
          <p:cNvPr id="13" name="Text Placeholder 9">
            <a:extLst>
              <a:ext uri="{FF2B5EF4-FFF2-40B4-BE49-F238E27FC236}">
                <a16:creationId xmlns:a16="http://schemas.microsoft.com/office/drawing/2014/main" id="{B6F1B50A-A6CD-454A-BF8F-179FABBD814A}"/>
              </a:ext>
            </a:extLst>
          </p:cNvPr>
          <p:cNvSpPr>
            <a:spLocks noGrp="1"/>
          </p:cNvSpPr>
          <p:nvPr>
            <p:ph type="body" sz="quarter" idx="15" hasCustomPrompt="1"/>
          </p:nvPr>
        </p:nvSpPr>
        <p:spPr>
          <a:xfrm>
            <a:off x="2270932" y="5549094"/>
            <a:ext cx="3059893" cy="1494896"/>
          </a:xfrm>
        </p:spPr>
        <p:txBody>
          <a:bodyPr wrap="square">
            <a:spAutoFit/>
          </a:bodyPr>
          <a:lstStyle>
            <a:lvl1pPr marL="0">
              <a:lnSpc>
                <a:spcPct val="117000"/>
              </a:lnSpc>
              <a:spcBef>
                <a:spcPts val="1000"/>
              </a:spcBef>
              <a:spcAft>
                <a:spcPts val="0"/>
              </a:spcAft>
              <a:defRPr sz="2000" b="1">
                <a:solidFill>
                  <a:srgbClr val="D14900"/>
                </a:solidFill>
              </a:defRPr>
            </a:lvl1pPr>
            <a:lvl2pPr marL="0">
              <a:lnSpc>
                <a:spcPct val="117000"/>
              </a:lnSpc>
              <a:spcAft>
                <a:spcPts val="1000"/>
              </a:spcAft>
              <a:defRPr>
                <a:solidFill>
                  <a:schemeClr val="tx1"/>
                </a:solidFill>
              </a:defRPr>
            </a:lvl2pPr>
            <a:lvl3pPr marL="0" indent="0">
              <a:lnSpc>
                <a:spcPct val="117000"/>
              </a:lnSpc>
              <a:spcAft>
                <a:spcPts val="10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a:t>Click to add bold text First level. Click to add text Second level</a:t>
            </a:r>
          </a:p>
          <a:p>
            <a:pPr lvl="1"/>
            <a:r>
              <a:rPr lang="en-US"/>
              <a:t>Second level</a:t>
            </a:r>
          </a:p>
        </p:txBody>
      </p:sp>
      <p:sp>
        <p:nvSpPr>
          <p:cNvPr id="16" name="Text Placeholder 9">
            <a:extLst>
              <a:ext uri="{FF2B5EF4-FFF2-40B4-BE49-F238E27FC236}">
                <a16:creationId xmlns:a16="http://schemas.microsoft.com/office/drawing/2014/main" id="{92BB6A5F-4A27-3A45-A3A2-B24C0CFCE194}"/>
              </a:ext>
            </a:extLst>
          </p:cNvPr>
          <p:cNvSpPr>
            <a:spLocks noGrp="1"/>
          </p:cNvSpPr>
          <p:nvPr>
            <p:ph type="body" sz="quarter" idx="16" hasCustomPrompt="1"/>
          </p:nvPr>
        </p:nvSpPr>
        <p:spPr>
          <a:xfrm>
            <a:off x="2270932" y="7350064"/>
            <a:ext cx="3059893" cy="1494896"/>
          </a:xfrm>
        </p:spPr>
        <p:txBody>
          <a:bodyPr wrap="square">
            <a:spAutoFit/>
          </a:bodyPr>
          <a:lstStyle>
            <a:lvl1pPr marL="0">
              <a:lnSpc>
                <a:spcPct val="117000"/>
              </a:lnSpc>
              <a:spcBef>
                <a:spcPts val="1000"/>
              </a:spcBef>
              <a:spcAft>
                <a:spcPts val="0"/>
              </a:spcAft>
              <a:defRPr sz="2000" b="1">
                <a:solidFill>
                  <a:srgbClr val="D14900"/>
                </a:solidFill>
              </a:defRPr>
            </a:lvl1pPr>
            <a:lvl2pPr marL="0">
              <a:lnSpc>
                <a:spcPct val="117000"/>
              </a:lnSpc>
              <a:spcAft>
                <a:spcPts val="1000"/>
              </a:spcAft>
              <a:defRPr>
                <a:solidFill>
                  <a:schemeClr val="tx1"/>
                </a:solidFill>
              </a:defRPr>
            </a:lvl2pPr>
            <a:lvl3pPr marL="0" indent="0">
              <a:lnSpc>
                <a:spcPct val="117000"/>
              </a:lnSpc>
              <a:spcAft>
                <a:spcPts val="10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a:t>Click to add bold text First level. Click to add text Second level</a:t>
            </a:r>
          </a:p>
          <a:p>
            <a:pPr lvl="1"/>
            <a:r>
              <a:rPr lang="en-US"/>
              <a:t>Second level</a:t>
            </a:r>
          </a:p>
        </p:txBody>
      </p:sp>
      <p:sp>
        <p:nvSpPr>
          <p:cNvPr id="17" name="Text Placeholder 9">
            <a:extLst>
              <a:ext uri="{FF2B5EF4-FFF2-40B4-BE49-F238E27FC236}">
                <a16:creationId xmlns:a16="http://schemas.microsoft.com/office/drawing/2014/main" id="{F40F0EBB-2640-1C41-B3A1-4727F17E0E39}"/>
              </a:ext>
            </a:extLst>
          </p:cNvPr>
          <p:cNvSpPr>
            <a:spLocks noGrp="1"/>
          </p:cNvSpPr>
          <p:nvPr>
            <p:ph type="body" sz="quarter" idx="17" hasCustomPrompt="1"/>
          </p:nvPr>
        </p:nvSpPr>
        <p:spPr>
          <a:xfrm>
            <a:off x="2270932" y="9151033"/>
            <a:ext cx="3059893" cy="1494896"/>
          </a:xfrm>
        </p:spPr>
        <p:txBody>
          <a:bodyPr wrap="square">
            <a:spAutoFit/>
          </a:bodyPr>
          <a:lstStyle>
            <a:lvl1pPr marL="0">
              <a:lnSpc>
                <a:spcPct val="117000"/>
              </a:lnSpc>
              <a:spcBef>
                <a:spcPts val="1000"/>
              </a:spcBef>
              <a:spcAft>
                <a:spcPts val="0"/>
              </a:spcAft>
              <a:defRPr sz="2000" b="1">
                <a:solidFill>
                  <a:srgbClr val="D14900"/>
                </a:solidFill>
              </a:defRPr>
            </a:lvl1pPr>
            <a:lvl2pPr marL="0">
              <a:lnSpc>
                <a:spcPct val="117000"/>
              </a:lnSpc>
              <a:spcAft>
                <a:spcPts val="1000"/>
              </a:spcAft>
              <a:defRPr>
                <a:solidFill>
                  <a:schemeClr val="tx1"/>
                </a:solidFill>
              </a:defRPr>
            </a:lvl2pPr>
            <a:lvl3pPr marL="0" indent="0">
              <a:lnSpc>
                <a:spcPct val="117000"/>
              </a:lnSpc>
              <a:spcAft>
                <a:spcPts val="10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a:t>Click to add bold text First level. Click to add text Second level</a:t>
            </a:r>
          </a:p>
          <a:p>
            <a:pPr lvl="1"/>
            <a:r>
              <a:rPr lang="en-US"/>
              <a:t>Second level</a:t>
            </a:r>
          </a:p>
        </p:txBody>
      </p:sp>
      <p:sp>
        <p:nvSpPr>
          <p:cNvPr id="18" name="Text Placeholder 9">
            <a:extLst>
              <a:ext uri="{FF2B5EF4-FFF2-40B4-BE49-F238E27FC236}">
                <a16:creationId xmlns:a16="http://schemas.microsoft.com/office/drawing/2014/main" id="{1CE64662-D4B3-5249-ABA5-6779DB4C0A29}"/>
              </a:ext>
            </a:extLst>
          </p:cNvPr>
          <p:cNvSpPr>
            <a:spLocks noGrp="1"/>
          </p:cNvSpPr>
          <p:nvPr>
            <p:ph type="body" sz="quarter" idx="18" hasCustomPrompt="1"/>
          </p:nvPr>
        </p:nvSpPr>
        <p:spPr>
          <a:xfrm>
            <a:off x="6089558" y="5549094"/>
            <a:ext cx="3059893" cy="1494896"/>
          </a:xfrm>
        </p:spPr>
        <p:txBody>
          <a:bodyPr wrap="square">
            <a:spAutoFit/>
          </a:bodyPr>
          <a:lstStyle>
            <a:lvl1pPr marL="0">
              <a:lnSpc>
                <a:spcPct val="117000"/>
              </a:lnSpc>
              <a:spcBef>
                <a:spcPts val="800"/>
              </a:spcBef>
              <a:spcAft>
                <a:spcPts val="0"/>
              </a:spcAft>
              <a:defRPr sz="2000" b="1">
                <a:solidFill>
                  <a:srgbClr val="D14900"/>
                </a:solidFill>
              </a:defRPr>
            </a:lvl1pPr>
            <a:lvl2pPr marL="0">
              <a:lnSpc>
                <a:spcPct val="117000"/>
              </a:lnSpc>
              <a:spcAft>
                <a:spcPts val="1000"/>
              </a:spcAft>
              <a:defRPr>
                <a:solidFill>
                  <a:schemeClr val="tx1"/>
                </a:solidFill>
              </a:defRPr>
            </a:lvl2pPr>
            <a:lvl3pPr marL="0" indent="0">
              <a:lnSpc>
                <a:spcPct val="117000"/>
              </a:lnSpc>
              <a:spcAft>
                <a:spcPts val="10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a:t>Click to add bold text First level. Click to add text Second level</a:t>
            </a:r>
          </a:p>
          <a:p>
            <a:pPr lvl="1"/>
            <a:r>
              <a:rPr lang="en-US"/>
              <a:t>Second level</a:t>
            </a:r>
          </a:p>
        </p:txBody>
      </p:sp>
      <p:sp>
        <p:nvSpPr>
          <p:cNvPr id="19" name="Text Placeholder 9">
            <a:extLst>
              <a:ext uri="{FF2B5EF4-FFF2-40B4-BE49-F238E27FC236}">
                <a16:creationId xmlns:a16="http://schemas.microsoft.com/office/drawing/2014/main" id="{4A7D8163-732A-F54A-8B73-00C95459C7BD}"/>
              </a:ext>
            </a:extLst>
          </p:cNvPr>
          <p:cNvSpPr>
            <a:spLocks noGrp="1"/>
          </p:cNvSpPr>
          <p:nvPr>
            <p:ph type="body" sz="quarter" idx="19" hasCustomPrompt="1"/>
          </p:nvPr>
        </p:nvSpPr>
        <p:spPr>
          <a:xfrm>
            <a:off x="6089558" y="7350064"/>
            <a:ext cx="3059893" cy="1494896"/>
          </a:xfrm>
        </p:spPr>
        <p:txBody>
          <a:bodyPr wrap="square">
            <a:spAutoFit/>
          </a:bodyPr>
          <a:lstStyle>
            <a:lvl1pPr marL="0">
              <a:lnSpc>
                <a:spcPct val="117000"/>
              </a:lnSpc>
              <a:spcBef>
                <a:spcPts val="1000"/>
              </a:spcBef>
              <a:spcAft>
                <a:spcPts val="0"/>
              </a:spcAft>
              <a:defRPr sz="2000" b="1">
                <a:solidFill>
                  <a:srgbClr val="D14900"/>
                </a:solidFill>
              </a:defRPr>
            </a:lvl1pPr>
            <a:lvl2pPr marL="0">
              <a:lnSpc>
                <a:spcPct val="117000"/>
              </a:lnSpc>
              <a:spcAft>
                <a:spcPts val="1000"/>
              </a:spcAft>
              <a:defRPr>
                <a:solidFill>
                  <a:schemeClr val="tx1"/>
                </a:solidFill>
              </a:defRPr>
            </a:lvl2pPr>
            <a:lvl3pPr marL="0" indent="0">
              <a:lnSpc>
                <a:spcPct val="117000"/>
              </a:lnSpc>
              <a:spcAft>
                <a:spcPts val="10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a:t>Click to add bold text First level. Click to add text Second level</a:t>
            </a:r>
          </a:p>
          <a:p>
            <a:pPr lvl="1"/>
            <a:r>
              <a:rPr lang="en-US"/>
              <a:t>Second level</a:t>
            </a:r>
          </a:p>
        </p:txBody>
      </p:sp>
      <p:sp>
        <p:nvSpPr>
          <p:cNvPr id="20" name="Text Placeholder 9">
            <a:extLst>
              <a:ext uri="{FF2B5EF4-FFF2-40B4-BE49-F238E27FC236}">
                <a16:creationId xmlns:a16="http://schemas.microsoft.com/office/drawing/2014/main" id="{42D5C87C-08A5-3F42-8CC3-9D155CECEC9E}"/>
              </a:ext>
            </a:extLst>
          </p:cNvPr>
          <p:cNvSpPr>
            <a:spLocks noGrp="1"/>
          </p:cNvSpPr>
          <p:nvPr>
            <p:ph type="body" sz="quarter" idx="20" hasCustomPrompt="1"/>
          </p:nvPr>
        </p:nvSpPr>
        <p:spPr>
          <a:xfrm>
            <a:off x="6089558" y="9151033"/>
            <a:ext cx="3059893" cy="1494896"/>
          </a:xfrm>
        </p:spPr>
        <p:txBody>
          <a:bodyPr wrap="square">
            <a:spAutoFit/>
          </a:bodyPr>
          <a:lstStyle>
            <a:lvl1pPr marL="0">
              <a:lnSpc>
                <a:spcPct val="117000"/>
              </a:lnSpc>
              <a:spcBef>
                <a:spcPts val="1000"/>
              </a:spcBef>
              <a:spcAft>
                <a:spcPts val="0"/>
              </a:spcAft>
              <a:defRPr sz="2000" b="1">
                <a:solidFill>
                  <a:srgbClr val="D14900"/>
                </a:solidFill>
              </a:defRPr>
            </a:lvl1pPr>
            <a:lvl2pPr marL="0">
              <a:lnSpc>
                <a:spcPct val="117000"/>
              </a:lnSpc>
              <a:spcAft>
                <a:spcPts val="1000"/>
              </a:spcAft>
              <a:defRPr>
                <a:solidFill>
                  <a:schemeClr val="tx1"/>
                </a:solidFill>
              </a:defRPr>
            </a:lvl2pPr>
            <a:lvl3pPr marL="0" indent="0">
              <a:lnSpc>
                <a:spcPct val="117000"/>
              </a:lnSpc>
              <a:spcAft>
                <a:spcPts val="1000"/>
              </a:spcAft>
              <a:buFont typeface="Arial" panose="020B0604020202020204" pitchFamily="34" charset="0"/>
              <a:buNone/>
              <a:tabLst/>
              <a:defRPr/>
            </a:lvl3pPr>
            <a:lvl4pPr marL="0" indent="0">
              <a:lnSpc>
                <a:spcPct val="117000"/>
              </a:lnSpc>
              <a:spcAft>
                <a:spcPts val="0"/>
              </a:spcAft>
              <a:buFont typeface="Arial" panose="020B0604020202020204" pitchFamily="34" charset="0"/>
              <a:buNone/>
              <a:tabLst/>
              <a:defRPr/>
            </a:lvl4pPr>
            <a:lvl5pPr marL="0" indent="0">
              <a:lnSpc>
                <a:spcPct val="117000"/>
              </a:lnSpc>
              <a:spcAft>
                <a:spcPts val="0"/>
              </a:spcAft>
              <a:buFont typeface="Arial" panose="020B0604020202020204" pitchFamily="34" charset="0"/>
              <a:buNone/>
              <a:tabLst/>
              <a:defRPr/>
            </a:lvl5pPr>
          </a:lstStyle>
          <a:p>
            <a:pPr lvl="0"/>
            <a:r>
              <a:rPr lang="en-US"/>
              <a:t>Click to add bold text First level. Click to add text Second level</a:t>
            </a:r>
          </a:p>
          <a:p>
            <a:pPr lvl="1"/>
            <a:r>
              <a:rPr lang="en-US"/>
              <a:t>Second level</a:t>
            </a:r>
          </a:p>
        </p:txBody>
      </p:sp>
      <p:sp>
        <p:nvSpPr>
          <p:cNvPr id="22" name="Text Placeholder 9">
            <a:extLst>
              <a:ext uri="{FF2B5EF4-FFF2-40B4-BE49-F238E27FC236}">
                <a16:creationId xmlns:a16="http://schemas.microsoft.com/office/drawing/2014/main" id="{833593CB-E635-AD44-BA7D-B4DB0B562D78}"/>
              </a:ext>
            </a:extLst>
          </p:cNvPr>
          <p:cNvSpPr>
            <a:spLocks noGrp="1"/>
          </p:cNvSpPr>
          <p:nvPr>
            <p:ph type="body" sz="quarter" idx="21" hasCustomPrompt="1"/>
          </p:nvPr>
        </p:nvSpPr>
        <p:spPr>
          <a:xfrm>
            <a:off x="9890712" y="3115610"/>
            <a:ext cx="6168815" cy="2269532"/>
          </a:xfrm>
        </p:spPr>
        <p:txBody>
          <a:bodyPr wrap="square">
            <a:spAutoFit/>
          </a:bodyPr>
          <a:lstStyle>
            <a:lvl1pPr marL="0">
              <a:lnSpc>
                <a:spcPct val="117000"/>
              </a:lnSpc>
              <a:spcBef>
                <a:spcPts val="0"/>
              </a:spcBef>
              <a:spcAft>
                <a:spcPts val="800"/>
              </a:spcAft>
              <a:defRPr sz="2000" b="1">
                <a:solidFill>
                  <a:srgbClr val="D14900"/>
                </a:solidFill>
              </a:defRPr>
            </a:lvl1pPr>
            <a:lvl2pPr marL="0">
              <a:lnSpc>
                <a:spcPct val="117000"/>
              </a:lnSpc>
              <a:spcAft>
                <a:spcPts val="1000"/>
              </a:spcAft>
              <a:defRPr>
                <a:solidFill>
                  <a:schemeClr val="tx1"/>
                </a:solidFill>
              </a:defRPr>
            </a:lvl2pPr>
            <a:lvl3pPr marL="0" indent="0">
              <a:lnSpc>
                <a:spcPct val="117000"/>
              </a:lnSpc>
              <a:spcBef>
                <a:spcPts val="1000"/>
              </a:spcBef>
              <a:spcAft>
                <a:spcPts val="500"/>
              </a:spcAft>
              <a:buFont typeface="Arial" panose="020B0604020202020204" pitchFamily="34" charset="0"/>
              <a:buNone/>
              <a:tabLst/>
              <a:defRPr sz="1000" b="1" i="0">
                <a:solidFill>
                  <a:schemeClr val="tx1"/>
                </a:solidFill>
                <a:latin typeface="Helvetica Now Text" panose="020B0504030202020204" pitchFamily="34" charset="77"/>
              </a:defRPr>
            </a:lvl3pPr>
            <a:lvl4pPr marL="0" indent="0">
              <a:lnSpc>
                <a:spcPct val="100000"/>
              </a:lnSpc>
              <a:spcAft>
                <a:spcPts val="500"/>
              </a:spcAft>
              <a:buFont typeface="Arial" panose="020B0604020202020204" pitchFamily="34" charset="0"/>
              <a:buNone/>
              <a:tabLst/>
              <a:defRPr sz="1000" b="0" i="0">
                <a:solidFill>
                  <a:schemeClr val="tx1"/>
                </a:solidFill>
                <a:latin typeface="Helvetica Now Text" panose="020B0504030202020204" pitchFamily="34" charset="77"/>
              </a:defRPr>
            </a:lvl4pPr>
            <a:lvl5pPr marL="0" indent="0">
              <a:lnSpc>
                <a:spcPct val="117000"/>
              </a:lnSpc>
              <a:spcAft>
                <a:spcPts val="0"/>
              </a:spcAft>
              <a:buFont typeface="Arial" panose="020B0604020202020204" pitchFamily="34" charset="0"/>
              <a:buNone/>
              <a:tabLst/>
              <a:defRPr/>
            </a:lvl5pPr>
          </a:lstStyle>
          <a:p>
            <a:pPr lvl="0"/>
            <a:r>
              <a:rPr lang="en-US"/>
              <a:t>Click to add bold text First level. Click to add text Second level. Click to add small text bold Third level. Click to add small text Fourth level </a:t>
            </a:r>
          </a:p>
          <a:p>
            <a:pPr lvl="1"/>
            <a:r>
              <a:rPr lang="en-US"/>
              <a:t>Second level</a:t>
            </a:r>
          </a:p>
          <a:p>
            <a:pPr lvl="2"/>
            <a:r>
              <a:rPr lang="en-US"/>
              <a:t>Third level</a:t>
            </a:r>
          </a:p>
          <a:p>
            <a:pPr lvl="3"/>
            <a:r>
              <a:rPr lang="en-US"/>
              <a:t>Fourth level</a:t>
            </a:r>
          </a:p>
        </p:txBody>
      </p:sp>
      <p:sp>
        <p:nvSpPr>
          <p:cNvPr id="14" name="Title 4">
            <a:extLst>
              <a:ext uri="{FF2B5EF4-FFF2-40B4-BE49-F238E27FC236}">
                <a16:creationId xmlns:a16="http://schemas.microsoft.com/office/drawing/2014/main" id="{A616470C-5D44-1543-BC17-F6DB941BB05A}"/>
              </a:ext>
            </a:extLst>
          </p:cNvPr>
          <p:cNvSpPr>
            <a:spLocks noGrp="1"/>
          </p:cNvSpPr>
          <p:nvPr>
            <p:ph type="title" hasCustomPrompt="1"/>
          </p:nvPr>
        </p:nvSpPr>
        <p:spPr>
          <a:xfrm>
            <a:off x="2246313" y="936384"/>
            <a:ext cx="21372512" cy="800219"/>
          </a:xfrm>
        </p:spPr>
        <p:txBody>
          <a:bodyPr/>
          <a:lstStyle>
            <a:lvl1pPr>
              <a:defRPr>
                <a:solidFill>
                  <a:srgbClr val="262836"/>
                </a:solidFill>
              </a:defRPr>
            </a:lvl1pPr>
          </a:lstStyle>
          <a:p>
            <a:r>
              <a:rPr lang="en-US"/>
              <a:t>Contacts – click to add title</a:t>
            </a:r>
            <a:endParaRPr lang="en-GB"/>
          </a:p>
        </p:txBody>
      </p:sp>
      <p:sp>
        <p:nvSpPr>
          <p:cNvPr id="15" name="Subtitle 2">
            <a:extLst>
              <a:ext uri="{FF2B5EF4-FFF2-40B4-BE49-F238E27FC236}">
                <a16:creationId xmlns:a16="http://schemas.microsoft.com/office/drawing/2014/main" id="{56B70E86-3214-1440-AB9C-6ABFB8CFCF04}"/>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pic>
        <p:nvPicPr>
          <p:cNvPr id="2" name="Graphic 1">
            <a:extLst>
              <a:ext uri="{FF2B5EF4-FFF2-40B4-BE49-F238E27FC236}">
                <a16:creationId xmlns:a16="http://schemas.microsoft.com/office/drawing/2014/main" id="{E5A7E668-2CCC-9B28-80A2-477FF59C039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19256286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Agenda Discussion">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tx1"/>
                </a:solidFill>
              </a:defRPr>
            </a:lvl1pPr>
          </a:lstStyle>
          <a:p>
            <a:fld id="{91D568E7-61F5-D04E-995D-81EF41C01A2A}" type="slidenum">
              <a:rPr lang="en-GB" smtClean="0"/>
              <a:pPr/>
              <a:t>‹#›</a:t>
            </a:fld>
            <a:endParaRPr lang="en-GB"/>
          </a:p>
        </p:txBody>
      </p:sp>
      <p:sp>
        <p:nvSpPr>
          <p:cNvPr id="7" name="Footer Placeholder 3">
            <a:extLst>
              <a:ext uri="{FF2B5EF4-FFF2-40B4-BE49-F238E27FC236}">
                <a16:creationId xmlns:a16="http://schemas.microsoft.com/office/drawing/2014/main" id="{87BEC2EE-DF3F-614E-88A6-0E37009C4E63}"/>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
        <p:nvSpPr>
          <p:cNvPr id="25" name="Text Placeholder 24">
            <a:extLst>
              <a:ext uri="{FF2B5EF4-FFF2-40B4-BE49-F238E27FC236}">
                <a16:creationId xmlns:a16="http://schemas.microsoft.com/office/drawing/2014/main" id="{4E910327-66FD-5940-AD7F-B69B8A244A9F}"/>
              </a:ext>
            </a:extLst>
          </p:cNvPr>
          <p:cNvSpPr>
            <a:spLocks noGrp="1"/>
          </p:cNvSpPr>
          <p:nvPr>
            <p:ph type="body" sz="quarter" idx="14" hasCustomPrompt="1"/>
          </p:nvPr>
        </p:nvSpPr>
        <p:spPr>
          <a:xfrm>
            <a:off x="2297239" y="4908613"/>
            <a:ext cx="3848100" cy="2921000"/>
          </a:xfrm>
        </p:spPr>
        <p:txBody>
          <a:bodyPr/>
          <a:lstStyle>
            <a:lvl1pPr>
              <a:spcAft>
                <a:spcPts val="800"/>
              </a:spcAft>
              <a:defRPr>
                <a:solidFill>
                  <a:srgbClr val="D14900"/>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sp>
        <p:nvSpPr>
          <p:cNvPr id="26" name="Text Placeholder 24">
            <a:extLst>
              <a:ext uri="{FF2B5EF4-FFF2-40B4-BE49-F238E27FC236}">
                <a16:creationId xmlns:a16="http://schemas.microsoft.com/office/drawing/2014/main" id="{72E2517E-1DD9-2A41-A8C4-BC4A9768F3B4}"/>
              </a:ext>
            </a:extLst>
          </p:cNvPr>
          <p:cNvSpPr>
            <a:spLocks noGrp="1"/>
          </p:cNvSpPr>
          <p:nvPr>
            <p:ph type="body" sz="quarter" idx="15" hasCustomPrompt="1"/>
          </p:nvPr>
        </p:nvSpPr>
        <p:spPr>
          <a:xfrm>
            <a:off x="7624826" y="4908613"/>
            <a:ext cx="3848100" cy="2921000"/>
          </a:xfrm>
        </p:spPr>
        <p:txBody>
          <a:bodyPr/>
          <a:lstStyle>
            <a:lvl1pPr>
              <a:spcAft>
                <a:spcPts val="800"/>
              </a:spcAft>
              <a:defRPr>
                <a:solidFill>
                  <a:srgbClr val="D14900"/>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subheading – First level. Type text Second level. Type bullet Third, Fourth and Fifth level</a:t>
            </a:r>
            <a:endParaRPr lang="en-US"/>
          </a:p>
          <a:p>
            <a:pPr lvl="1"/>
            <a:r>
              <a:rPr lang="en-US"/>
              <a:t>Second level</a:t>
            </a:r>
          </a:p>
          <a:p>
            <a:pPr lvl="2"/>
            <a:r>
              <a:rPr lang="en-US"/>
              <a:t>Third level</a:t>
            </a:r>
          </a:p>
          <a:p>
            <a:pPr lvl="3"/>
            <a:r>
              <a:rPr lang="en-US"/>
              <a:t>Fourth level</a:t>
            </a:r>
          </a:p>
          <a:p>
            <a:pPr lvl="4"/>
            <a:r>
              <a:rPr lang="en-US"/>
              <a:t>Fifth level</a:t>
            </a:r>
            <a:endParaRPr lang="en-GB"/>
          </a:p>
        </p:txBody>
      </p:sp>
      <p:sp>
        <p:nvSpPr>
          <p:cNvPr id="27" name="Text Placeholder 24">
            <a:extLst>
              <a:ext uri="{FF2B5EF4-FFF2-40B4-BE49-F238E27FC236}">
                <a16:creationId xmlns:a16="http://schemas.microsoft.com/office/drawing/2014/main" id="{0F228426-CF81-2046-8520-D8823BD034F9}"/>
              </a:ext>
            </a:extLst>
          </p:cNvPr>
          <p:cNvSpPr>
            <a:spLocks noGrp="1"/>
          </p:cNvSpPr>
          <p:nvPr>
            <p:ph type="body" sz="quarter" idx="16" hasCustomPrompt="1"/>
          </p:nvPr>
        </p:nvSpPr>
        <p:spPr>
          <a:xfrm>
            <a:off x="12952413" y="4908613"/>
            <a:ext cx="3848100" cy="2921000"/>
          </a:xfrm>
        </p:spPr>
        <p:txBody>
          <a:bodyPr/>
          <a:lstStyle>
            <a:lvl1pPr>
              <a:spcAft>
                <a:spcPts val="800"/>
              </a:spcAft>
              <a:defRPr>
                <a:solidFill>
                  <a:srgbClr val="D14900"/>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Type a subheading – First level. Type text Second level. Type bullet Third, Fourth and Fifth level </a:t>
            </a:r>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24">
            <a:extLst>
              <a:ext uri="{FF2B5EF4-FFF2-40B4-BE49-F238E27FC236}">
                <a16:creationId xmlns:a16="http://schemas.microsoft.com/office/drawing/2014/main" id="{BE23F920-5C18-B34A-8211-35DA063D9C52}"/>
              </a:ext>
            </a:extLst>
          </p:cNvPr>
          <p:cNvSpPr>
            <a:spLocks noGrp="1"/>
          </p:cNvSpPr>
          <p:nvPr>
            <p:ph type="body" sz="quarter" idx="17"/>
          </p:nvPr>
        </p:nvSpPr>
        <p:spPr>
          <a:xfrm>
            <a:off x="18280000" y="4908613"/>
            <a:ext cx="3848100" cy="2921000"/>
          </a:xfrm>
        </p:spPr>
        <p:txBody>
          <a:bodyPr/>
          <a:lstStyle>
            <a:lvl1pPr>
              <a:spcAft>
                <a:spcPts val="800"/>
              </a:spcAft>
              <a:defRPr>
                <a:solidFill>
                  <a:srgbClr val="D14900"/>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7B4A37B2-4A9E-0843-BCD6-4733431C4A9F}"/>
              </a:ext>
            </a:extLst>
          </p:cNvPr>
          <p:cNvSpPr>
            <a:spLocks noGrp="1"/>
          </p:cNvSpPr>
          <p:nvPr>
            <p:ph type="title" hasCustomPrompt="1"/>
          </p:nvPr>
        </p:nvSpPr>
        <p:spPr/>
        <p:txBody>
          <a:bodyPr/>
          <a:lstStyle>
            <a:lvl1pPr>
              <a:defRPr>
                <a:solidFill>
                  <a:srgbClr val="262836"/>
                </a:solidFill>
              </a:defRPr>
            </a:lvl1pPr>
          </a:lstStyle>
          <a:p>
            <a:r>
              <a:rPr lang="en-GB"/>
              <a:t>Click to add title</a:t>
            </a:r>
          </a:p>
        </p:txBody>
      </p:sp>
      <p:sp>
        <p:nvSpPr>
          <p:cNvPr id="12" name="Subtitle 2">
            <a:extLst>
              <a:ext uri="{FF2B5EF4-FFF2-40B4-BE49-F238E27FC236}">
                <a16:creationId xmlns:a16="http://schemas.microsoft.com/office/drawing/2014/main" id="{F5CCAC0F-B7AD-3249-877F-A0604EDE6319}"/>
              </a:ext>
            </a:extLst>
          </p:cNvPr>
          <p:cNvSpPr>
            <a:spLocks noGrp="1"/>
          </p:cNvSpPr>
          <p:nvPr>
            <p:ph type="subTitle" idx="13" hasCustomPrompt="1"/>
          </p:nvPr>
        </p:nvSpPr>
        <p:spPr>
          <a:xfrm>
            <a:off x="2246313" y="1686568"/>
            <a:ext cx="21372512" cy="615553"/>
          </a:xfrm>
        </p:spPr>
        <p:txBody>
          <a:bodyPr wrap="square">
            <a:spAutoFit/>
          </a:bodyPr>
          <a:lstStyle>
            <a:lvl1pPr marL="0" indent="0" algn="l">
              <a:buNone/>
              <a:defRPr sz="4000" b="0" i="0">
                <a:solidFill>
                  <a:srgbClr val="46535E"/>
                </a:solidFill>
                <a:latin typeface="Helvetica Now Text" panose="020B0504030202020204" pitchFamily="34" charset="77"/>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GB"/>
              <a:t>Click to add subhead</a:t>
            </a:r>
            <a:endParaRPr lang="en-US"/>
          </a:p>
        </p:txBody>
      </p:sp>
      <p:pic>
        <p:nvPicPr>
          <p:cNvPr id="2" name="Graphic 1">
            <a:extLst>
              <a:ext uri="{FF2B5EF4-FFF2-40B4-BE49-F238E27FC236}">
                <a16:creationId xmlns:a16="http://schemas.microsoft.com/office/drawing/2014/main" id="{BE4666D0-77AD-4EB2-652D-AC806ACE21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39996202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_video">
    <p:bg>
      <p:bgPr>
        <a:solidFill>
          <a:srgbClr val="262836"/>
        </a:solidFill>
        <a:effectLst/>
      </p:bgPr>
    </p:bg>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078AE1F3-A300-D249-985E-B8178B030478}"/>
              </a:ext>
            </a:extLst>
          </p:cNvPr>
          <p:cNvSpPr>
            <a:spLocks noGrp="1"/>
          </p:cNvSpPr>
          <p:nvPr>
            <p:ph type="media" sz="quarter" idx="10"/>
          </p:nvPr>
        </p:nvSpPr>
        <p:spPr>
          <a:xfrm>
            <a:off x="-1" y="0"/>
            <a:ext cx="24382413" cy="13716000"/>
          </a:xfrm>
          <a:solidFill>
            <a:srgbClr val="007585"/>
          </a:solidFill>
        </p:spPr>
        <p:txBody>
          <a:bodyPr tIns="5486400"/>
          <a:lstStyle>
            <a:lvl1pPr algn="ctr">
              <a:defRPr>
                <a:solidFill>
                  <a:schemeClr val="bg1"/>
                </a:solidFill>
              </a:defRPr>
            </a:lvl1pPr>
          </a:lstStyle>
          <a:p>
            <a:r>
              <a:rPr lang="en-US"/>
              <a:t>Click icon to add media</a:t>
            </a:r>
          </a:p>
        </p:txBody>
      </p:sp>
    </p:spTree>
    <p:extLst>
      <p:ext uri="{BB962C8B-B14F-4D97-AF65-F5344CB8AC3E}">
        <p14:creationId xmlns:p14="http://schemas.microsoft.com/office/powerpoint/2010/main" val="26035813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ank you/Questions">
    <p:bg>
      <p:bgPr>
        <a:solidFill>
          <a:srgbClr val="007585"/>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bg1"/>
                </a:solidFill>
                <a:latin typeface="Helvetica Now Text" panose="020B0504030202020204" pitchFamily="34" charset="77"/>
              </a:defRPr>
            </a:lvl1pPr>
          </a:lstStyle>
          <a:p>
            <a:r>
              <a:rPr lang="en-GB"/>
              <a:t>Legal Copy Helvetica Regular 8/9.6 White</a:t>
            </a:r>
          </a:p>
        </p:txBody>
      </p:sp>
      <p:sp>
        <p:nvSpPr>
          <p:cNvPr id="13" name="Title 12">
            <a:extLst>
              <a:ext uri="{FF2B5EF4-FFF2-40B4-BE49-F238E27FC236}">
                <a16:creationId xmlns:a16="http://schemas.microsoft.com/office/drawing/2014/main" id="{513CAF65-B379-374D-A4D7-0FDEC13CB190}"/>
              </a:ext>
            </a:extLst>
          </p:cNvPr>
          <p:cNvSpPr>
            <a:spLocks noGrp="1"/>
          </p:cNvSpPr>
          <p:nvPr>
            <p:ph type="title" hasCustomPrompt="1"/>
          </p:nvPr>
        </p:nvSpPr>
        <p:spPr>
          <a:xfrm>
            <a:off x="2252459" y="2975248"/>
            <a:ext cx="10598568" cy="1384995"/>
          </a:xfrm>
        </p:spPr>
        <p:txBody>
          <a:bodyPr/>
          <a:lstStyle>
            <a:lvl1pPr>
              <a:defRPr sz="9000">
                <a:solidFill>
                  <a:schemeClr val="bg1"/>
                </a:solidFill>
              </a:defRPr>
            </a:lvl1pPr>
          </a:lstStyle>
          <a:p>
            <a:r>
              <a:rPr lang="en-US"/>
              <a:t>Click add title</a:t>
            </a:r>
            <a:endParaRPr lang="en-GB"/>
          </a:p>
        </p:txBody>
      </p:sp>
      <p:pic>
        <p:nvPicPr>
          <p:cNvPr id="2" name="Graphic 1">
            <a:extLst>
              <a:ext uri="{FF2B5EF4-FFF2-40B4-BE49-F238E27FC236}">
                <a16:creationId xmlns:a16="http://schemas.microsoft.com/office/drawing/2014/main" id="{CA5AA765-11B3-3178-BB27-782F81F035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14835253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act us">
    <p:bg>
      <p:bgPr>
        <a:solidFill>
          <a:srgbClr val="007585"/>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defRPr>
                <a:solidFill>
                  <a:schemeClr val="bg1"/>
                </a:solidFill>
              </a:defRPr>
            </a:lvl1pPr>
          </a:lstStyle>
          <a:p>
            <a:fld id="{91D568E7-61F5-D04E-995D-81EF41C01A2A}" type="slidenum">
              <a:rPr lang="en-GB" smtClean="0"/>
              <a:pPr/>
              <a:t>‹#›</a:t>
            </a:fld>
            <a:endParaRPr lang="en-GB"/>
          </a:p>
        </p:txBody>
      </p:sp>
      <p:sp>
        <p:nvSpPr>
          <p:cNvPr id="8" name="Footer Placeholder 3">
            <a:extLst>
              <a:ext uri="{FF2B5EF4-FFF2-40B4-BE49-F238E27FC236}">
                <a16:creationId xmlns:a16="http://schemas.microsoft.com/office/drawing/2014/main" id="{D427D5A5-7168-2B41-BED8-8002CFCE658E}"/>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bg1"/>
                </a:solidFill>
                <a:latin typeface="Helvetica Now Text" panose="020B0504030202020204" pitchFamily="34" charset="77"/>
              </a:defRPr>
            </a:lvl1pPr>
          </a:lstStyle>
          <a:p>
            <a:r>
              <a:rPr lang="en-GB"/>
              <a:t>Legal Copy Helvetica Regular 8/9.6 White</a:t>
            </a:r>
          </a:p>
        </p:txBody>
      </p:sp>
      <p:sp>
        <p:nvSpPr>
          <p:cNvPr id="5" name="Text Placeholder 4">
            <a:extLst>
              <a:ext uri="{FF2B5EF4-FFF2-40B4-BE49-F238E27FC236}">
                <a16:creationId xmlns:a16="http://schemas.microsoft.com/office/drawing/2014/main" id="{76B40883-779E-2041-96B2-246837E86362}"/>
              </a:ext>
            </a:extLst>
          </p:cNvPr>
          <p:cNvSpPr>
            <a:spLocks noGrp="1"/>
          </p:cNvSpPr>
          <p:nvPr>
            <p:ph type="body" sz="quarter" idx="13" hasCustomPrompt="1"/>
          </p:nvPr>
        </p:nvSpPr>
        <p:spPr>
          <a:xfrm>
            <a:off x="2268013" y="3122245"/>
            <a:ext cx="6112400" cy="7797800"/>
          </a:xfrm>
        </p:spPr>
        <p:txBody>
          <a:bodyPr/>
          <a:lstStyle>
            <a:lvl1pPr>
              <a:lnSpc>
                <a:spcPct val="115000"/>
              </a:lnSpc>
              <a:spcBef>
                <a:spcPts val="2500"/>
              </a:spcBef>
              <a:spcAft>
                <a:spcPts val="600"/>
              </a:spcAft>
              <a:defRPr sz="2000" b="1" i="0">
                <a:solidFill>
                  <a:schemeClr val="bg1"/>
                </a:solidFill>
                <a:latin typeface="Helvetica Now Text" panose="020B0504030202020204" pitchFamily="34" charset="77"/>
              </a:defRPr>
            </a:lvl1pPr>
            <a:lvl2pPr>
              <a:lnSpc>
                <a:spcPct val="100000"/>
              </a:lnSpc>
              <a:spcAft>
                <a:spcPts val="0"/>
              </a:spcAft>
              <a:defRPr sz="1800">
                <a:solidFill>
                  <a:schemeClr val="bg1"/>
                </a:solidFill>
              </a:defRPr>
            </a:lvl2pPr>
            <a:lvl3pPr marL="0" indent="0">
              <a:lnSpc>
                <a:spcPct val="115000"/>
              </a:lnSpc>
              <a:buNone/>
              <a:tabLst/>
              <a:defRPr sz="1000">
                <a:solidFill>
                  <a:schemeClr val="bg1"/>
                </a:solidFill>
              </a:defRPr>
            </a:lvl3pPr>
            <a:lvl4pPr marL="0" indent="0">
              <a:buNone/>
              <a:tabLst/>
              <a:defRPr>
                <a:solidFill>
                  <a:schemeClr val="bg1"/>
                </a:solidFill>
              </a:defRPr>
            </a:lvl4pPr>
            <a:lvl5pPr marL="0" indent="0">
              <a:buNone/>
              <a:tabLst/>
              <a:defRPr>
                <a:solidFill>
                  <a:schemeClr val="bg1"/>
                </a:solidFill>
              </a:defRPr>
            </a:lvl5pPr>
          </a:lstStyle>
          <a:p>
            <a:pPr lvl="0"/>
            <a:r>
              <a:rPr lang="en-US"/>
              <a:t>Click to add bold text First Level. Click to add text Second level. Click to add small text Third level</a:t>
            </a:r>
          </a:p>
          <a:p>
            <a:pPr lvl="1"/>
            <a:r>
              <a:rPr lang="en-US"/>
              <a:t>Second level</a:t>
            </a:r>
          </a:p>
          <a:p>
            <a:pPr lvl="2"/>
            <a:r>
              <a:rPr lang="en-US"/>
              <a:t>Third level</a:t>
            </a:r>
          </a:p>
        </p:txBody>
      </p:sp>
      <p:pic>
        <p:nvPicPr>
          <p:cNvPr id="2" name="Graphic 1">
            <a:extLst>
              <a:ext uri="{FF2B5EF4-FFF2-40B4-BE49-F238E27FC236}">
                <a16:creationId xmlns:a16="http://schemas.microsoft.com/office/drawing/2014/main" id="{C9CF445A-6372-9FFF-2ACE-A6292C00B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8328" y="12483997"/>
            <a:ext cx="1265103" cy="485013"/>
          </a:xfrm>
          <a:prstGeom prst="rect">
            <a:avLst/>
          </a:prstGeom>
        </p:spPr>
      </p:pic>
    </p:spTree>
    <p:extLst>
      <p:ext uri="{BB962C8B-B14F-4D97-AF65-F5344CB8AC3E}">
        <p14:creationId xmlns:p14="http://schemas.microsoft.com/office/powerpoint/2010/main" val="674095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46313" y="936384"/>
            <a:ext cx="21372512" cy="800219"/>
          </a:xfrm>
          <a:prstGeom prst="rect">
            <a:avLst/>
          </a:prstGeom>
        </p:spPr>
        <p:txBody>
          <a:bodyPr vert="horz" wrap="square" lIns="0" tIns="0" rIns="0" bIns="0" rtlCol="0" anchor="t">
            <a:spAutoFit/>
          </a:bodyPr>
          <a:lstStyle/>
          <a:p>
            <a:r>
              <a:rPr lang="en-US"/>
              <a:t>Click to edit Master title style</a:t>
            </a:r>
          </a:p>
        </p:txBody>
      </p:sp>
      <p:sp>
        <p:nvSpPr>
          <p:cNvPr id="3" name="Text Placeholder 2"/>
          <p:cNvSpPr>
            <a:spLocks noGrp="1"/>
          </p:cNvSpPr>
          <p:nvPr>
            <p:ph type="body" idx="1"/>
          </p:nvPr>
        </p:nvSpPr>
        <p:spPr>
          <a:xfrm>
            <a:off x="2261263" y="3123964"/>
            <a:ext cx="21357562" cy="887914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22817394" y="12522200"/>
            <a:ext cx="807577" cy="730250"/>
          </a:xfrm>
          <a:prstGeom prst="rect">
            <a:avLst/>
          </a:prstGeom>
        </p:spPr>
        <p:txBody>
          <a:bodyPr vert="horz" lIns="0" tIns="0" rIns="0" bIns="0" rtlCol="0" anchor="ctr">
            <a:noAutofit/>
          </a:bodyPr>
          <a:lstStyle>
            <a:lvl1pPr algn="r">
              <a:defRPr sz="1600" b="0" i="0">
                <a:solidFill>
                  <a:schemeClr val="tx1"/>
                </a:solidFill>
                <a:latin typeface="Helvetica Now Text" panose="020B0504030202020204" pitchFamily="34" charset="77"/>
              </a:defRPr>
            </a:lvl1pPr>
          </a:lstStyle>
          <a:p>
            <a:fld id="{91D568E7-61F5-D04E-995D-81EF41C01A2A}" type="slidenum">
              <a:rPr lang="en-GB" smtClean="0"/>
              <a:pPr/>
              <a:t>‹#›</a:t>
            </a:fld>
            <a:endParaRPr lang="en-GB"/>
          </a:p>
        </p:txBody>
      </p:sp>
      <p:sp>
        <p:nvSpPr>
          <p:cNvPr id="4" name="Footer Placeholder 3">
            <a:extLst>
              <a:ext uri="{FF2B5EF4-FFF2-40B4-BE49-F238E27FC236}">
                <a16:creationId xmlns:a16="http://schemas.microsoft.com/office/drawing/2014/main" id="{669AB973-A2B1-A840-82A8-D85DCE1A2D09}"/>
              </a:ext>
            </a:extLst>
          </p:cNvPr>
          <p:cNvSpPr>
            <a:spLocks noGrp="1"/>
          </p:cNvSpPr>
          <p:nvPr>
            <p:ph type="ftr" sz="quarter" idx="3"/>
          </p:nvPr>
        </p:nvSpPr>
        <p:spPr>
          <a:xfrm>
            <a:off x="12023125" y="12554568"/>
            <a:ext cx="10077288" cy="730250"/>
          </a:xfrm>
          <a:prstGeom prst="rect">
            <a:avLst/>
          </a:prstGeom>
        </p:spPr>
        <p:txBody>
          <a:bodyPr vert="horz" wrap="square" lIns="0" tIns="0" rIns="0" bIns="0" rtlCol="0" anchor="ctr"/>
          <a:lstStyle>
            <a:lvl1pPr marL="0" marR="0" indent="0" algn="r" defTabSz="1828709" rtl="0" eaLnBrk="1" fontAlgn="auto" latinLnBrk="0" hangingPunct="1">
              <a:lnSpc>
                <a:spcPct val="100000"/>
              </a:lnSpc>
              <a:spcBef>
                <a:spcPts val="0"/>
              </a:spcBef>
              <a:spcAft>
                <a:spcPts val="0"/>
              </a:spcAft>
              <a:buClrTx/>
              <a:buSzTx/>
              <a:buFontTx/>
              <a:buNone/>
              <a:tabLst/>
              <a:defRPr sz="800" b="0" i="0">
                <a:solidFill>
                  <a:schemeClr val="tx1"/>
                </a:solidFill>
                <a:latin typeface="Helvetica Now Text" panose="020B0504030202020204" pitchFamily="34" charset="77"/>
              </a:defRPr>
            </a:lvl1pPr>
          </a:lstStyle>
          <a:p>
            <a:r>
              <a:rPr lang="en-GB"/>
              <a:t>Legal Copy Helvetica Regular 8/9.6 Black</a:t>
            </a:r>
          </a:p>
        </p:txBody>
      </p:sp>
    </p:spTree>
    <p:extLst>
      <p:ext uri="{BB962C8B-B14F-4D97-AF65-F5344CB8AC3E}">
        <p14:creationId xmlns:p14="http://schemas.microsoft.com/office/powerpoint/2010/main" val="2424699095"/>
      </p:ext>
    </p:extLst>
  </p:cSld>
  <p:clrMap bg1="lt1" tx1="dk1" bg2="lt2" tx2="dk2" accent1="accent1" accent2="accent2" accent3="accent3" accent4="accent4" accent5="accent5" accent6="accent6" hlink="hlink" folHlink="folHlink"/>
  <p:sldLayoutIdLst>
    <p:sldLayoutId id="2147483800" r:id="rId1"/>
    <p:sldLayoutId id="2147483775" r:id="rId2"/>
    <p:sldLayoutId id="2147483812" r:id="rId3"/>
    <p:sldLayoutId id="2147483838" r:id="rId4"/>
    <p:sldLayoutId id="2147483776" r:id="rId5"/>
    <p:sldLayoutId id="2147483846" r:id="rId6"/>
    <p:sldLayoutId id="2147483847" r:id="rId7"/>
    <p:sldLayoutId id="2147483795" r:id="rId8"/>
    <p:sldLayoutId id="2147483796" r:id="rId9"/>
    <p:sldLayoutId id="2147483845" r:id="rId10"/>
    <p:sldLayoutId id="2147483848" r:id="rId11"/>
    <p:sldLayoutId id="2147483849" r:id="rId12"/>
    <p:sldLayoutId id="2147483850" r:id="rId13"/>
    <p:sldLayoutId id="2147483851" r:id="rId14"/>
    <p:sldLayoutId id="2147483750" r:id="rId15"/>
    <p:sldLayoutId id="2147483751" r:id="rId16"/>
    <p:sldLayoutId id="2147483752" r:id="rId17"/>
    <p:sldLayoutId id="2147483774" r:id="rId18"/>
    <p:sldLayoutId id="2147483770" r:id="rId19"/>
    <p:sldLayoutId id="2147483771" r:id="rId20"/>
    <p:sldLayoutId id="214748377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 id="2147483767" r:id="rId36"/>
    <p:sldLayoutId id="2147483773" r:id="rId37"/>
    <p:sldLayoutId id="2147483768" r:id="rId38"/>
    <p:sldLayoutId id="2147483769" r:id="rId39"/>
  </p:sldLayoutIdLst>
  <p:hf hdr="0" dt="0"/>
  <p:txStyles>
    <p:titleStyle>
      <a:lvl1pPr algn="l" defTabSz="1828709" rtl="0" eaLnBrk="1" latinLnBrk="0" hangingPunct="1">
        <a:lnSpc>
          <a:spcPct val="100000"/>
        </a:lnSpc>
        <a:spcBef>
          <a:spcPct val="0"/>
        </a:spcBef>
        <a:buNone/>
        <a:defRPr sz="5200" b="1" i="0" kern="1200" spc="-30" baseline="0">
          <a:solidFill>
            <a:srgbClr val="262836"/>
          </a:solidFill>
          <a:latin typeface="Helvetica Now Text" panose="020B0504030202020204" pitchFamily="34" charset="77"/>
          <a:ea typeface="+mj-ea"/>
          <a:cs typeface="+mj-cs"/>
        </a:defRPr>
      </a:lvl1pPr>
    </p:titleStyle>
    <p:bodyStyle>
      <a:lvl1pPr marL="0" indent="0" algn="l" defTabSz="1828709" rtl="0" eaLnBrk="1" latinLnBrk="0" hangingPunct="1">
        <a:lnSpc>
          <a:spcPct val="100000"/>
        </a:lnSpc>
        <a:spcBef>
          <a:spcPts val="0"/>
        </a:spcBef>
        <a:spcAft>
          <a:spcPts val="14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03" orient="horz" pos="7560" userDrawn="1">
          <p15:clr>
            <a:srgbClr val="F26B43"/>
          </p15:clr>
        </p15:guide>
        <p15:guide id="104" pos="480" userDrawn="1">
          <p15:clr>
            <a:srgbClr val="F26B43"/>
          </p15:clr>
        </p15:guide>
        <p15:guide id="105" pos="966" userDrawn="1">
          <p15:clr>
            <a:srgbClr val="F26B43"/>
          </p15:clr>
        </p15:guide>
        <p15:guide id="106" pos="1439" userDrawn="1">
          <p15:clr>
            <a:srgbClr val="F26B43"/>
          </p15:clr>
        </p15:guide>
        <p15:guide id="107" pos="1917" userDrawn="1">
          <p15:clr>
            <a:srgbClr val="F26B43"/>
          </p15:clr>
        </p15:guide>
        <p15:guide id="108" pos="2398" userDrawn="1">
          <p15:clr>
            <a:srgbClr val="F26B43"/>
          </p15:clr>
        </p15:guide>
        <p15:guide id="109" pos="2877" userDrawn="1">
          <p15:clr>
            <a:srgbClr val="F26B43"/>
          </p15:clr>
        </p15:guide>
        <p15:guide id="110" pos="3358" userDrawn="1">
          <p15:clr>
            <a:srgbClr val="F26B43"/>
          </p15:clr>
        </p15:guide>
        <p15:guide id="111" pos="4317" userDrawn="1">
          <p15:clr>
            <a:srgbClr val="F26B43"/>
          </p15:clr>
        </p15:guide>
        <p15:guide id="112" pos="3839" userDrawn="1">
          <p15:clr>
            <a:srgbClr val="F26B43"/>
          </p15:clr>
        </p15:guide>
        <p15:guide id="113" pos="4798" userDrawn="1">
          <p15:clr>
            <a:srgbClr val="F26B43"/>
          </p15:clr>
        </p15:guide>
        <p15:guide id="114" pos="5279" userDrawn="1">
          <p15:clr>
            <a:srgbClr val="F26B43"/>
          </p15:clr>
        </p15:guide>
        <p15:guide id="115" pos="5757" userDrawn="1">
          <p15:clr>
            <a:srgbClr val="F26B43"/>
          </p15:clr>
        </p15:guide>
        <p15:guide id="116" pos="6238" userDrawn="1">
          <p15:clr>
            <a:srgbClr val="F26B43"/>
          </p15:clr>
        </p15:guide>
        <p15:guide id="117" pos="6719" userDrawn="1">
          <p15:clr>
            <a:srgbClr val="F26B43"/>
          </p15:clr>
        </p15:guide>
        <p15:guide id="118" pos="7197" userDrawn="1">
          <p15:clr>
            <a:srgbClr val="F26B43"/>
          </p15:clr>
        </p15:guide>
        <p15:guide id="119" pos="7678" userDrawn="1">
          <p15:clr>
            <a:srgbClr val="F26B43"/>
          </p15:clr>
        </p15:guide>
        <p15:guide id="120" pos="8159" userDrawn="1">
          <p15:clr>
            <a:srgbClr val="F26B43"/>
          </p15:clr>
        </p15:guide>
        <p15:guide id="121" pos="8637" userDrawn="1">
          <p15:clr>
            <a:srgbClr val="F26B43"/>
          </p15:clr>
        </p15:guide>
        <p15:guide id="122" pos="9118" userDrawn="1">
          <p15:clr>
            <a:srgbClr val="F26B43"/>
          </p15:clr>
        </p15:guide>
        <p15:guide id="123" pos="9599" userDrawn="1">
          <p15:clr>
            <a:srgbClr val="F26B43"/>
          </p15:clr>
        </p15:guide>
        <p15:guide id="124" pos="10077" userDrawn="1">
          <p15:clr>
            <a:srgbClr val="F26B43"/>
          </p15:clr>
        </p15:guide>
        <p15:guide id="125" pos="10558" userDrawn="1">
          <p15:clr>
            <a:srgbClr val="F26B43"/>
          </p15:clr>
        </p15:guide>
        <p15:guide id="126" pos="11037" userDrawn="1">
          <p15:clr>
            <a:srgbClr val="F26B43"/>
          </p15:clr>
        </p15:guide>
        <p15:guide id="127" pos="11517" userDrawn="1">
          <p15:clr>
            <a:srgbClr val="F26B43"/>
          </p15:clr>
        </p15:guide>
        <p15:guide id="128" pos="11998" userDrawn="1">
          <p15:clr>
            <a:srgbClr val="F26B43"/>
          </p15:clr>
        </p15:guide>
        <p15:guide id="129" pos="12479" userDrawn="1">
          <p15:clr>
            <a:srgbClr val="F26B43"/>
          </p15:clr>
        </p15:guide>
        <p15:guide id="130" pos="12957" userDrawn="1">
          <p15:clr>
            <a:srgbClr val="F26B43"/>
          </p15:clr>
        </p15:guide>
        <p15:guide id="131" pos="13438" userDrawn="1">
          <p15:clr>
            <a:srgbClr val="F26B43"/>
          </p15:clr>
        </p15:guide>
        <p15:guide id="132" pos="13919" userDrawn="1">
          <p15:clr>
            <a:srgbClr val="F26B43"/>
          </p15:clr>
        </p15:guide>
        <p15:guide id="133" pos="14397" userDrawn="1">
          <p15:clr>
            <a:srgbClr val="F26B43"/>
          </p15:clr>
        </p15:guide>
        <p15:guide id="134" pos="14878" userDrawn="1">
          <p15:clr>
            <a:srgbClr val="F26B43"/>
          </p15:clr>
        </p15:guide>
        <p15:guide id="135" orient="horz" pos="576" userDrawn="1">
          <p15:clr>
            <a:srgbClr val="F26B43"/>
          </p15:clr>
        </p15:guide>
        <p15:guide id="136" orient="horz" pos="8158" userDrawn="1">
          <p15:clr>
            <a:srgbClr val="F26B43"/>
          </p15:clr>
        </p15:guide>
        <p15:guide id="137" orient="horz" pos="1968" userDrawn="1">
          <p15:clr>
            <a:srgbClr val="F26B43"/>
          </p15:clr>
        </p15:guide>
        <p15:guide id="138" orient="horz" pos="110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5.xml"/><Relationship Id="rId1" Type="http://schemas.openxmlformats.org/officeDocument/2006/relationships/slideLayout" Target="../slideLayouts/slideLayout36.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hyperlink" Target="mailto:Joe.Bloggs@aon.com" TargetMode="External"/><Relationship Id="rId2" Type="http://schemas.openxmlformats.org/officeDocument/2006/relationships/notesSlide" Target="../notesSlides/notesSlide10.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6ABE95-9A39-3D4C-A23F-A10B86F38DEF}"/>
              </a:ext>
            </a:extLst>
          </p:cNvPr>
          <p:cNvSpPr>
            <a:spLocks noGrp="1"/>
          </p:cNvSpPr>
          <p:nvPr>
            <p:ph type="body" sz="quarter" idx="16"/>
          </p:nvPr>
        </p:nvSpPr>
        <p:spPr>
          <a:xfrm>
            <a:off x="732916" y="3124200"/>
            <a:ext cx="6883910" cy="8803943"/>
          </a:xfrm>
        </p:spPr>
        <p:txBody>
          <a:bodyPr/>
          <a:lstStyle/>
          <a:p>
            <a:r>
              <a:rPr lang="en-GB" dirty="0"/>
              <a:t>Placement Outcome Pack</a:t>
            </a:r>
          </a:p>
          <a:p>
            <a:pPr lvl="1"/>
            <a:r>
              <a:rPr lang="en-GB" dirty="0"/>
              <a:t>Novus Inc.</a:t>
            </a:r>
          </a:p>
          <a:p>
            <a:pPr lvl="2"/>
            <a:r>
              <a:rPr lang="en-GB" dirty="0"/>
              <a:t>September 2024</a:t>
            </a:r>
          </a:p>
        </p:txBody>
      </p:sp>
      <p:pic>
        <p:nvPicPr>
          <p:cNvPr id="8" name="Picture Placeholder 7">
            <a:extLst>
              <a:ext uri="{FF2B5EF4-FFF2-40B4-BE49-F238E27FC236}">
                <a16:creationId xmlns:a16="http://schemas.microsoft.com/office/drawing/2014/main" id="{6F9B6833-B25D-9C4D-A2D8-949DD6FD1733}"/>
              </a:ext>
            </a:extLst>
          </p:cNvPr>
          <p:cNvPicPr>
            <a:picLocks noGrp="1" noChangeAspect="1"/>
          </p:cNvPicPr>
          <p:nvPr>
            <p:ph type="pic" sz="quarter" idx="17"/>
          </p:nvPr>
        </p:nvPicPr>
        <p:blipFill>
          <a:blip r:embed="rId3" cstate="email">
            <a:extLst>
              <a:ext uri="{28A0092B-C50C-407E-A947-70E740481C1C}">
                <a14:useLocalDpi xmlns:a14="http://schemas.microsoft.com/office/drawing/2010/main"/>
              </a:ext>
            </a:extLst>
          </a:blip>
          <a:srcRect/>
          <a:stretch/>
        </p:blipFill>
        <p:spPr>
          <a:xfrm>
            <a:off x="8326918" y="0"/>
            <a:ext cx="16055496" cy="13716000"/>
          </a:xfrm>
        </p:spPr>
      </p:pic>
    </p:spTree>
    <p:extLst>
      <p:ext uri="{BB962C8B-B14F-4D97-AF65-F5344CB8AC3E}">
        <p14:creationId xmlns:p14="http://schemas.microsoft.com/office/powerpoint/2010/main" val="3872495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3B89DBA-704D-7849-A04A-831CAEAEEA8A}"/>
              </a:ext>
            </a:extLst>
          </p:cNvPr>
          <p:cNvSpPr txBox="1"/>
          <p:nvPr/>
        </p:nvSpPr>
        <p:spPr>
          <a:xfrm>
            <a:off x="1070517" y="2988527"/>
            <a:ext cx="0" cy="0"/>
          </a:xfrm>
          <a:prstGeom prst="rect">
            <a:avLst/>
          </a:prstGeom>
          <a:noFill/>
        </p:spPr>
        <p:txBody>
          <a:bodyPr wrap="none" lIns="0" tIns="0" rIns="0" bIns="0" rtlCol="0">
            <a:noAutofit/>
          </a:bodyPr>
          <a:lstStyle/>
          <a:p>
            <a:pPr marL="0" algn="l">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9" name="TextBox 8">
            <a:extLst>
              <a:ext uri="{FF2B5EF4-FFF2-40B4-BE49-F238E27FC236}">
                <a16:creationId xmlns:a16="http://schemas.microsoft.com/office/drawing/2014/main" id="{3A614A89-B2A4-6D66-D91B-9B9F0A9CDE16}"/>
              </a:ext>
            </a:extLst>
          </p:cNvPr>
          <p:cNvSpPr txBox="1"/>
          <p:nvPr/>
        </p:nvSpPr>
        <p:spPr>
          <a:xfrm>
            <a:off x="2319454" y="5820937"/>
            <a:ext cx="0" cy="0"/>
          </a:xfrm>
          <a:prstGeom prst="rect">
            <a:avLst/>
          </a:prstGeom>
          <a:noFill/>
        </p:spPr>
        <p:txBody>
          <a:bodyPr wrap="none" lIns="0" tIns="0" rIns="0" bIns="0" rtlCol="0">
            <a:noAutofit/>
          </a:bodyPr>
          <a:lstStyle/>
          <a:p>
            <a:pPr marL="0" algn="l">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0" name="TextBox 9">
            <a:extLst>
              <a:ext uri="{FF2B5EF4-FFF2-40B4-BE49-F238E27FC236}">
                <a16:creationId xmlns:a16="http://schemas.microsoft.com/office/drawing/2014/main" id="{E2531592-B579-9176-12E7-DBD8FAC758D4}"/>
              </a:ext>
            </a:extLst>
          </p:cNvPr>
          <p:cNvSpPr txBox="1"/>
          <p:nvPr/>
        </p:nvSpPr>
        <p:spPr>
          <a:xfrm>
            <a:off x="1070517" y="2988527"/>
            <a:ext cx="0" cy="0"/>
          </a:xfrm>
          <a:prstGeom prst="rect">
            <a:avLst/>
          </a:prstGeom>
          <a:noFill/>
        </p:spPr>
        <p:txBody>
          <a:bodyPr wrap="none" lIns="0" tIns="0" rIns="0" bIns="0" rtlCol="0">
            <a:noAutofit/>
          </a:bodyPr>
          <a:lstStyle/>
          <a:p>
            <a:pPr marL="0" algn="l">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1" name="TextBox 10">
            <a:extLst>
              <a:ext uri="{FF2B5EF4-FFF2-40B4-BE49-F238E27FC236}">
                <a16:creationId xmlns:a16="http://schemas.microsoft.com/office/drawing/2014/main" id="{A2C88FB9-E288-636D-4E69-855C4D885A21}"/>
              </a:ext>
            </a:extLst>
          </p:cNvPr>
          <p:cNvSpPr txBox="1"/>
          <p:nvPr/>
        </p:nvSpPr>
        <p:spPr>
          <a:xfrm>
            <a:off x="6263640" y="6629400"/>
            <a:ext cx="0" cy="0"/>
          </a:xfrm>
          <a:prstGeom prst="rect">
            <a:avLst/>
          </a:prstGeom>
          <a:noFill/>
        </p:spPr>
        <p:txBody>
          <a:bodyPr wrap="none" lIns="0" tIns="0" rIns="0" bIns="0" rtlCol="0">
            <a:noAutofit/>
          </a:bodyPr>
          <a:lstStyle/>
          <a:p>
            <a:pPr marL="0" algn="l">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2" name="TextBox 11">
            <a:extLst>
              <a:ext uri="{FF2B5EF4-FFF2-40B4-BE49-F238E27FC236}">
                <a16:creationId xmlns:a16="http://schemas.microsoft.com/office/drawing/2014/main" id="{9FD9F001-40B5-65EA-9800-71E2EA55CA19}"/>
              </a:ext>
            </a:extLst>
          </p:cNvPr>
          <p:cNvSpPr txBox="1"/>
          <p:nvPr/>
        </p:nvSpPr>
        <p:spPr>
          <a:xfrm>
            <a:off x="6812280" y="6492240"/>
            <a:ext cx="0" cy="0"/>
          </a:xfrm>
          <a:prstGeom prst="rect">
            <a:avLst/>
          </a:prstGeom>
          <a:noFill/>
        </p:spPr>
        <p:txBody>
          <a:bodyPr wrap="none" lIns="0" tIns="0" rIns="0" bIns="0" rtlCol="0">
            <a:noAutofit/>
          </a:bodyPr>
          <a:lstStyle/>
          <a:p>
            <a:pPr marL="0" algn="r" defTabSz="1828709" rtl="1" eaLnBrk="1" latinLnBrk="0" hangingPunct="1">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4" name="Title 106">
            <a:extLst>
              <a:ext uri="{FF2B5EF4-FFF2-40B4-BE49-F238E27FC236}">
                <a16:creationId xmlns:a16="http://schemas.microsoft.com/office/drawing/2014/main" id="{4655D078-A9F9-E520-27CC-87188B118011}"/>
              </a:ext>
            </a:extLst>
          </p:cNvPr>
          <p:cNvSpPr txBox="1">
            <a:spLocks/>
          </p:cNvSpPr>
          <p:nvPr/>
        </p:nvSpPr>
        <p:spPr>
          <a:xfrm>
            <a:off x="2246313" y="936384"/>
            <a:ext cx="21372512" cy="800219"/>
          </a:xfrm>
          <a:prstGeom prst="rect">
            <a:avLst/>
          </a:prstGeom>
        </p:spPr>
        <p:txBody>
          <a:bodyPr/>
          <a:lstStyle>
            <a:lvl1pPr algn="l" defTabSz="1828709" rtl="0" eaLnBrk="1" latinLnBrk="0" hangingPunct="1">
              <a:lnSpc>
                <a:spcPct val="100000"/>
              </a:lnSpc>
              <a:spcBef>
                <a:spcPct val="0"/>
              </a:spcBef>
              <a:buNone/>
              <a:defRPr sz="5200" b="1" i="0" kern="1200" spc="-30" baseline="0">
                <a:solidFill>
                  <a:srgbClr val="262836"/>
                </a:solidFill>
                <a:latin typeface="Helvetica Now Text" panose="020B0504030202020204" pitchFamily="34" charset="77"/>
                <a:ea typeface="+mj-ea"/>
                <a:cs typeface="+mj-cs"/>
              </a:defRPr>
            </a:lvl1pPr>
          </a:lstStyle>
          <a:p>
            <a:r>
              <a:rPr lang="en-GB" dirty="0">
                <a:solidFill>
                  <a:schemeClr val="bg1"/>
                </a:solidFill>
              </a:rPr>
              <a:t>Contents</a:t>
            </a:r>
          </a:p>
        </p:txBody>
      </p:sp>
      <p:sp>
        <p:nvSpPr>
          <p:cNvPr id="15" name="TextBox 14">
            <a:extLst>
              <a:ext uri="{FF2B5EF4-FFF2-40B4-BE49-F238E27FC236}">
                <a16:creationId xmlns:a16="http://schemas.microsoft.com/office/drawing/2014/main" id="{477F8079-DB82-D832-BEE0-E08D704D288B}"/>
              </a:ext>
            </a:extLst>
          </p:cNvPr>
          <p:cNvSpPr txBox="1"/>
          <p:nvPr/>
        </p:nvSpPr>
        <p:spPr>
          <a:xfrm>
            <a:off x="2319454" y="5820937"/>
            <a:ext cx="0" cy="0"/>
          </a:xfrm>
          <a:prstGeom prst="rect">
            <a:avLst/>
          </a:prstGeom>
          <a:noFill/>
        </p:spPr>
        <p:txBody>
          <a:bodyPr wrap="none" lIns="0" tIns="0" rIns="0" bIns="0" rtlCol="0">
            <a:noAutofit/>
          </a:bodyPr>
          <a:lstStyle/>
          <a:p>
            <a:pPr marL="0" algn="l">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6" name="TextBox 15">
            <a:extLst>
              <a:ext uri="{FF2B5EF4-FFF2-40B4-BE49-F238E27FC236}">
                <a16:creationId xmlns:a16="http://schemas.microsoft.com/office/drawing/2014/main" id="{7D26D4C6-7039-7AF9-2005-293F5A7F4EEB}"/>
              </a:ext>
            </a:extLst>
          </p:cNvPr>
          <p:cNvSpPr txBox="1"/>
          <p:nvPr/>
        </p:nvSpPr>
        <p:spPr>
          <a:xfrm>
            <a:off x="1070517" y="2988527"/>
            <a:ext cx="0" cy="0"/>
          </a:xfrm>
          <a:prstGeom prst="rect">
            <a:avLst/>
          </a:prstGeom>
          <a:noFill/>
        </p:spPr>
        <p:txBody>
          <a:bodyPr wrap="none" lIns="0" tIns="0" rIns="0" bIns="0" rtlCol="0">
            <a:noAutofit/>
          </a:bodyPr>
          <a:lstStyle/>
          <a:p>
            <a:pPr marL="0" algn="l">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7" name="TextBox 16">
            <a:extLst>
              <a:ext uri="{FF2B5EF4-FFF2-40B4-BE49-F238E27FC236}">
                <a16:creationId xmlns:a16="http://schemas.microsoft.com/office/drawing/2014/main" id="{B9D36095-A5A6-D892-1095-3E4E869C0C6E}"/>
              </a:ext>
            </a:extLst>
          </p:cNvPr>
          <p:cNvSpPr txBox="1"/>
          <p:nvPr/>
        </p:nvSpPr>
        <p:spPr>
          <a:xfrm>
            <a:off x="6263640" y="6629400"/>
            <a:ext cx="0" cy="0"/>
          </a:xfrm>
          <a:prstGeom prst="rect">
            <a:avLst/>
          </a:prstGeom>
          <a:noFill/>
        </p:spPr>
        <p:txBody>
          <a:bodyPr wrap="none" lIns="0" tIns="0" rIns="0" bIns="0" rtlCol="0">
            <a:noAutofit/>
          </a:bodyPr>
          <a:lstStyle/>
          <a:p>
            <a:pPr marL="0" algn="l">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8" name="TextBox 17">
            <a:extLst>
              <a:ext uri="{FF2B5EF4-FFF2-40B4-BE49-F238E27FC236}">
                <a16:creationId xmlns:a16="http://schemas.microsoft.com/office/drawing/2014/main" id="{29301EA2-170F-4DF9-47B6-F38010320540}"/>
              </a:ext>
            </a:extLst>
          </p:cNvPr>
          <p:cNvSpPr txBox="1"/>
          <p:nvPr/>
        </p:nvSpPr>
        <p:spPr>
          <a:xfrm>
            <a:off x="6812280" y="6492240"/>
            <a:ext cx="0" cy="0"/>
          </a:xfrm>
          <a:prstGeom prst="rect">
            <a:avLst/>
          </a:prstGeom>
          <a:noFill/>
        </p:spPr>
        <p:txBody>
          <a:bodyPr wrap="none" lIns="0" tIns="0" rIns="0" bIns="0" rtlCol="0">
            <a:noAutofit/>
          </a:bodyPr>
          <a:lstStyle/>
          <a:p>
            <a:pPr marL="0" algn="r" defTabSz="1828709" rtl="1" eaLnBrk="1" latinLnBrk="0" hangingPunct="1">
              <a:lnSpc>
                <a:spcPct val="117000"/>
              </a:lnSpc>
              <a:spcAft>
                <a:spcPts val="1000"/>
              </a:spcAft>
            </a:pPr>
            <a:endParaRPr lang="en-US" sz="2400" b="0" i="0" err="1">
              <a:solidFill>
                <a:schemeClr val="tx1"/>
              </a:solidFill>
              <a:latin typeface="Helvetica Now Text" panose="020B0504030202020204" pitchFamily="34" charset="77"/>
            </a:endParaRPr>
          </a:p>
        </p:txBody>
      </p:sp>
      <p:sp>
        <p:nvSpPr>
          <p:cNvPr id="19" name="Text Placeholder 21">
            <a:extLst>
              <a:ext uri="{FF2B5EF4-FFF2-40B4-BE49-F238E27FC236}">
                <a16:creationId xmlns:a16="http://schemas.microsoft.com/office/drawing/2014/main" id="{D7A341B5-7602-8B34-DFEC-2C606B28EBF9}"/>
              </a:ext>
            </a:extLst>
          </p:cNvPr>
          <p:cNvSpPr txBox="1">
            <a:spLocks/>
          </p:cNvSpPr>
          <p:nvPr/>
        </p:nvSpPr>
        <p:spPr>
          <a:xfrm>
            <a:off x="2246313" y="2278743"/>
            <a:ext cx="17565687" cy="9608457"/>
          </a:xfrm>
          <a:prstGeom prst="rect">
            <a:avLst/>
          </a:prstGeom>
        </p:spPr>
        <p:txBody>
          <a:bodyPr numCol="3"/>
          <a:lstStyle>
            <a:lvl1pPr marL="0" indent="0" algn="l" defTabSz="1828709" rtl="0" eaLnBrk="1" latinLnBrk="0" hangingPunct="1">
              <a:lnSpc>
                <a:spcPct val="100000"/>
              </a:lnSpc>
              <a:spcBef>
                <a:spcPts val="0"/>
              </a:spcBef>
              <a:spcAft>
                <a:spcPts val="1400"/>
              </a:spcAft>
              <a:buFont typeface="Arial" panose="020B0604020202020204" pitchFamily="34" charset="0"/>
              <a:buNone/>
              <a:tabLst/>
              <a:defRPr sz="3000" b="1" i="0" kern="1200">
                <a:solidFill>
                  <a:schemeClr val="bg1"/>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a:spcAft>
                <a:spcPts val="0"/>
              </a:spcAft>
              <a:buFontTx/>
              <a:buNone/>
              <a:defRPr/>
            </a:pPr>
            <a:r>
              <a:rPr lang="en-GB" sz="7200" b="0" dirty="0">
                <a:solidFill>
                  <a:srgbClr val="F25D00"/>
                </a:solidFill>
                <a:latin typeface="Helvetica Now Text" panose="020B0504030202020204" pitchFamily="34" charset="0"/>
              </a:rPr>
              <a:t>1</a:t>
            </a:r>
          </a:p>
          <a:p>
            <a:pPr>
              <a:lnSpc>
                <a:spcPct val="200000"/>
              </a:lnSpc>
              <a:spcAft>
                <a:spcPts val="0"/>
              </a:spcAft>
              <a:buFontTx/>
              <a:buNone/>
              <a:defRPr/>
            </a:pPr>
            <a:r>
              <a:rPr lang="en-GB" sz="1600" b="0" dirty="0">
                <a:solidFill>
                  <a:schemeClr val="tx1"/>
                </a:solidFill>
                <a:latin typeface="Helvetica Now Text" panose="020B0504030202020204" pitchFamily="34" charset="0"/>
              </a:rPr>
              <a:t>  </a:t>
            </a:r>
            <a:r>
              <a:rPr lang="en-GB" sz="1600" dirty="0">
                <a:latin typeface="Helvetica Now Text" panose="020B0504030202020204" pitchFamily="34" charset="0"/>
              </a:rPr>
              <a:t>03           Placement Overview</a:t>
            </a:r>
          </a:p>
          <a:p>
            <a:pPr marL="0" marR="0" lvl="0" indent="0" algn="l" defTabSz="1828709" rtl="0" eaLnBrk="1" fontAlgn="auto" latinLnBrk="0" hangingPunct="1">
              <a:lnSpc>
                <a:spcPct val="200000"/>
              </a:lnSpc>
              <a:spcBef>
                <a:spcPts val="0"/>
              </a:spcBef>
              <a:spcAft>
                <a:spcPts val="0"/>
              </a:spcAft>
              <a:buClrTx/>
              <a:buSzTx/>
              <a:buFontTx/>
              <a:buNone/>
              <a:tabLst/>
              <a:defRPr/>
            </a:pPr>
            <a:r>
              <a:rPr kumimoji="0" lang="en-GB" sz="1600" b="0" i="0" u="none" strike="noStrike" kern="1200" cap="none" spc="0" normalizeH="0" baseline="0" noProof="0" dirty="0">
                <a:ln>
                  <a:noFill/>
                </a:ln>
                <a:solidFill>
                  <a:schemeClr val="accent6">
                    <a:lumMod val="75000"/>
                  </a:schemeClr>
                </a:solidFill>
                <a:effectLst/>
                <a:uLnTx/>
                <a:uFillTx/>
                <a:latin typeface="Helvetica Now Text" panose="020B0504030202020204" pitchFamily="34" charset="0"/>
              </a:rPr>
              <a:t>  04          Executive Summary</a:t>
            </a:r>
          </a:p>
          <a:p>
            <a:pPr marL="0" marR="0" lvl="0" indent="0" algn="l" defTabSz="1828709" rtl="0" eaLnBrk="1" fontAlgn="auto" latinLnBrk="0" hangingPunct="1">
              <a:lnSpc>
                <a:spcPct val="200000"/>
              </a:lnSpc>
              <a:spcBef>
                <a:spcPts val="0"/>
              </a:spcBef>
              <a:spcAft>
                <a:spcPts val="0"/>
              </a:spcAft>
              <a:buClrTx/>
              <a:buSzTx/>
              <a:buFontTx/>
              <a:buNone/>
              <a:tabLst/>
              <a:defRPr/>
            </a:pPr>
            <a:r>
              <a:rPr kumimoji="0" lang="en-GB" sz="1600" b="0" i="0" u="none" strike="noStrike" kern="1200" cap="none" spc="0" normalizeH="0" baseline="0" noProof="0" dirty="0">
                <a:ln>
                  <a:noFill/>
                </a:ln>
                <a:solidFill>
                  <a:schemeClr val="accent6">
                    <a:lumMod val="75000"/>
                  </a:schemeClr>
                </a:solidFill>
                <a:effectLst/>
                <a:uLnTx/>
                <a:uFillTx/>
                <a:latin typeface="Helvetica Now Text" panose="020B0504030202020204" pitchFamily="34" charset="0"/>
              </a:rPr>
              <a:t>  05          Highlights</a:t>
            </a:r>
            <a:endParaRPr lang="en-GB" sz="1600" b="0" dirty="0">
              <a:solidFill>
                <a:schemeClr val="accent6">
                  <a:lumMod val="75000"/>
                </a:schemeClr>
              </a:solidFill>
              <a:latin typeface="Helvetica Now Text" panose="020B0504030202020204" pitchFamily="34" charset="0"/>
            </a:endParaRPr>
          </a:p>
          <a:p>
            <a:pPr>
              <a:lnSpc>
                <a:spcPct val="200000"/>
              </a:lnSpc>
              <a:spcAft>
                <a:spcPts val="0"/>
              </a:spcAft>
              <a:defRPr/>
            </a:pPr>
            <a:r>
              <a:rPr kumimoji="0" lang="en-GB" sz="1600" b="0" i="0" u="none" strike="noStrike" kern="1200" cap="none" spc="0" normalizeH="0" baseline="0" noProof="0" dirty="0">
                <a:ln>
                  <a:noFill/>
                </a:ln>
                <a:solidFill>
                  <a:schemeClr val="accent6">
                    <a:lumMod val="75000"/>
                  </a:schemeClr>
                </a:solidFill>
                <a:effectLst/>
                <a:uLnTx/>
                <a:uFillTx/>
                <a:latin typeface="Helvetica Now Text" panose="020B0504030202020204" pitchFamily="34" charset="0"/>
              </a:rPr>
              <a:t>  07          </a:t>
            </a:r>
            <a:r>
              <a:rPr lang="en-GB" sz="1600" b="0" dirty="0">
                <a:solidFill>
                  <a:schemeClr val="accent6">
                    <a:lumMod val="75000"/>
                  </a:schemeClr>
                </a:solidFill>
                <a:latin typeface="Helvetica Now Text" panose="020B0504030202020204" pitchFamily="34" charset="0"/>
              </a:rPr>
              <a:t>Carriers Approached and Outcomes </a:t>
            </a:r>
            <a:endParaRPr kumimoji="0" lang="en-GB" sz="1600" b="0" i="0" u="none" strike="noStrike" kern="1200" cap="none" spc="0" normalizeH="0" baseline="0" noProof="0" dirty="0">
              <a:ln>
                <a:noFill/>
              </a:ln>
              <a:solidFill>
                <a:schemeClr val="accent6">
                  <a:lumMod val="75000"/>
                </a:schemeClr>
              </a:solidFill>
              <a:effectLst/>
              <a:uLnTx/>
              <a:uFillTx/>
              <a:latin typeface="Helvetica Now Text" panose="020B0504030202020204" pitchFamily="34" charset="0"/>
            </a:endParaRPr>
          </a:p>
          <a:p>
            <a:pPr marL="0" marR="0" lvl="0" indent="0" algn="l" defTabSz="1828709" rtl="0" eaLnBrk="1" fontAlgn="auto" latinLnBrk="0" hangingPunct="1">
              <a:lnSpc>
                <a:spcPct val="200000"/>
              </a:lnSpc>
              <a:spcBef>
                <a:spcPts val="0"/>
              </a:spcBef>
              <a:spcAft>
                <a:spcPts val="0"/>
              </a:spcAft>
              <a:buClrTx/>
              <a:buSzTx/>
              <a:buFontTx/>
              <a:buNone/>
              <a:tabLst/>
              <a:defRPr/>
            </a:pPr>
            <a:r>
              <a:rPr lang="en-GB" sz="1600" b="0" dirty="0">
                <a:solidFill>
                  <a:srgbClr val="007585"/>
                </a:solidFill>
                <a:latin typeface="Helvetica Now Text" panose="020B0504030202020204" pitchFamily="34" charset="0"/>
              </a:rPr>
              <a:t>found Placement Structure </a:t>
            </a:r>
          </a:p>
          <a:p>
            <a:pPr marL="0" marR="0" lvl="0" indent="0" algn="l" defTabSz="1828709" rtl="0" eaLnBrk="1" fontAlgn="auto" latinLnBrk="0" hangingPunct="1">
              <a:lnSpc>
                <a:spcPct val="200000"/>
              </a:lnSpc>
              <a:spcBef>
                <a:spcPts val="0"/>
              </a:spcBef>
              <a:spcAft>
                <a:spcPts val="0"/>
              </a:spcAft>
              <a:buClrTx/>
              <a:buSzTx/>
              <a:buFontTx/>
              <a:buNone/>
              <a:tabLst/>
              <a:defRPr/>
            </a:pPr>
            <a:r>
              <a:rPr lang="en-GB" sz="1600" b="0" dirty="0">
                <a:solidFill>
                  <a:srgbClr val="007585"/>
                </a:solidFill>
                <a:latin typeface="Helvetica Now Text" panose="020B0504030202020204" pitchFamily="34" charset="0"/>
              </a:rPr>
              <a:t>Bound Placement Structure  Bound Placement Structure </a:t>
            </a:r>
            <a:endParaRPr lang="en-GB" sz="7200" b="0" dirty="0">
              <a:solidFill>
                <a:srgbClr val="007585"/>
              </a:solidFill>
              <a:latin typeface="Helvetica Now Text" panose="020B0504030202020204" pitchFamily="34" charset="0"/>
            </a:endParaRPr>
          </a:p>
          <a:p>
            <a:pPr marL="0" marR="0" lvl="0" indent="0" algn="l" defTabSz="1828709" rtl="0" eaLnBrk="1" fontAlgn="auto" latinLnBrk="0" hangingPunct="1">
              <a:lnSpc>
                <a:spcPct val="100000"/>
              </a:lnSpc>
              <a:spcBef>
                <a:spcPts val="0"/>
              </a:spcBef>
              <a:spcAft>
                <a:spcPts val="0"/>
              </a:spcAft>
              <a:buClrTx/>
              <a:buSzTx/>
              <a:buFontTx/>
              <a:buNone/>
              <a:tabLst/>
              <a:defRPr/>
            </a:pPr>
            <a:r>
              <a:rPr lang="en-GB" sz="7200" b="0" dirty="0">
                <a:solidFill>
                  <a:srgbClr val="F25D00"/>
                </a:solidFill>
                <a:latin typeface="Helvetica Now Text" panose="020B0504030202020204" pitchFamily="34" charset="0"/>
              </a:rPr>
              <a:t>2</a:t>
            </a:r>
            <a:endParaRPr kumimoji="0" lang="en-GB" sz="7200" b="0" i="0" u="none" strike="noStrike" kern="1200" cap="none" spc="0" normalizeH="0" baseline="0" noProof="0" dirty="0">
              <a:ln>
                <a:noFill/>
              </a:ln>
              <a:solidFill>
                <a:srgbClr val="F25D00"/>
              </a:solidFill>
              <a:effectLst/>
              <a:uLnTx/>
              <a:uFillTx/>
              <a:latin typeface="Helvetica Now Text" panose="020B0504030202020204" pitchFamily="34" charset="0"/>
            </a:endParaRPr>
          </a:p>
          <a:p>
            <a:pPr marL="0" marR="0" lvl="0" indent="0" algn="l" defTabSz="1828709" rtl="0" eaLnBrk="1" fontAlgn="auto" latinLnBrk="0" hangingPunct="1">
              <a:lnSpc>
                <a:spcPct val="2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Helvetica Now Text" panose="020B0504030202020204" pitchFamily="34" charset="0"/>
              </a:rPr>
              <a:t>  </a:t>
            </a:r>
            <a:r>
              <a:rPr kumimoji="0" lang="en-GB" sz="1600" i="0" u="none" strike="noStrike" kern="1200" cap="none" spc="0" normalizeH="0" baseline="0" noProof="0" dirty="0">
                <a:ln>
                  <a:noFill/>
                </a:ln>
                <a:effectLst/>
                <a:uLnTx/>
                <a:uFillTx/>
                <a:latin typeface="Helvetica Now Text" panose="020B0504030202020204" pitchFamily="34" charset="0"/>
              </a:rPr>
              <a:t>10            Carrier Relationship and Risk Distribution</a:t>
            </a:r>
          </a:p>
          <a:p>
            <a:pPr>
              <a:lnSpc>
                <a:spcPct val="200000"/>
              </a:lnSpc>
              <a:spcAft>
                <a:spcPts val="0"/>
              </a:spcAft>
              <a:defRPr/>
            </a:pPr>
            <a:r>
              <a:rPr lang="en-GB" sz="1600" b="0" dirty="0">
                <a:solidFill>
                  <a:schemeClr val="accent6">
                    <a:lumMod val="75000"/>
                  </a:schemeClr>
                </a:solidFill>
                <a:latin typeface="Helvetica Now Text" panose="020B0504030202020204" pitchFamily="34" charset="0"/>
              </a:rPr>
              <a:t>  11            Key Partnerships</a:t>
            </a:r>
          </a:p>
          <a:p>
            <a:pPr marL="0" marR="0" lvl="0" indent="0" algn="l" defTabSz="1828709" rtl="0" eaLnBrk="1" fontAlgn="auto" latinLnBrk="0" hangingPunct="1">
              <a:lnSpc>
                <a:spcPct val="200000"/>
              </a:lnSpc>
              <a:spcBef>
                <a:spcPts val="0"/>
              </a:spcBef>
              <a:spcAft>
                <a:spcPts val="0"/>
              </a:spcAft>
              <a:buClrTx/>
              <a:buSzTx/>
              <a:buFontTx/>
              <a:buNone/>
              <a:tabLst/>
              <a:defRPr/>
            </a:pPr>
            <a:r>
              <a:rPr kumimoji="0" lang="en-GB" sz="1600" b="0" i="0" u="none" strike="noStrike" kern="1200" cap="none" spc="0" normalizeH="0" baseline="0" noProof="0" dirty="0">
                <a:ln>
                  <a:noFill/>
                </a:ln>
                <a:solidFill>
                  <a:schemeClr val="accent6">
                    <a:lumMod val="75000"/>
                  </a:schemeClr>
                </a:solidFill>
                <a:effectLst/>
                <a:uLnTx/>
                <a:uFillTx/>
                <a:latin typeface="Helvetica Now Text" panose="020B0504030202020204" pitchFamily="34" charset="0"/>
              </a:rPr>
              <a:t>  12           Price and Supply Analysis</a:t>
            </a:r>
          </a:p>
          <a:p>
            <a:pPr marL="0" marR="0" lvl="0" indent="0" algn="l" defTabSz="1828709" rtl="0" eaLnBrk="1" fontAlgn="auto" latinLnBrk="0" hangingPunct="1">
              <a:lnSpc>
                <a:spcPct val="200000"/>
              </a:lnSpc>
              <a:spcBef>
                <a:spcPts val="0"/>
              </a:spcBef>
              <a:spcAft>
                <a:spcPts val="0"/>
              </a:spcAft>
              <a:buClrTx/>
              <a:buSzTx/>
              <a:buFontTx/>
              <a:buNone/>
              <a:tabLst/>
              <a:defRPr/>
            </a:pPr>
            <a:r>
              <a:rPr lang="en-GB" sz="1600" b="0" dirty="0">
                <a:solidFill>
                  <a:schemeClr val="accent6">
                    <a:lumMod val="75000"/>
                  </a:schemeClr>
                </a:solidFill>
                <a:latin typeface="Helvetica Now Text" panose="020B0504030202020204" pitchFamily="34" charset="0"/>
              </a:rPr>
              <a:t>  14           Relationships Table</a:t>
            </a:r>
          </a:p>
          <a:p>
            <a:pPr marL="0" marR="0" lvl="0" indent="0" algn="l" defTabSz="1828709" rtl="0" eaLnBrk="1" fontAlgn="auto" latinLnBrk="0" hangingPunct="1">
              <a:lnSpc>
                <a:spcPct val="200000"/>
              </a:lnSpc>
              <a:spcBef>
                <a:spcPts val="0"/>
              </a:spcBef>
              <a:spcAft>
                <a:spcPts val="0"/>
              </a:spcAft>
              <a:buClrTx/>
              <a:buSzTx/>
              <a:buFontTx/>
              <a:buNone/>
              <a:tabLst/>
              <a:defRPr/>
            </a:pPr>
            <a:endParaRPr lang="en-GB" sz="1600" b="0" dirty="0">
              <a:solidFill>
                <a:schemeClr val="accent6">
                  <a:lumMod val="75000"/>
                </a:schemeClr>
              </a:solidFill>
              <a:latin typeface="Helvetica Now Text" panose="020B0504030202020204" pitchFamily="34" charset="0"/>
            </a:endParaRPr>
          </a:p>
          <a:p>
            <a:pPr marL="0" marR="0" lvl="0" indent="0" algn="l" defTabSz="1828709" rtl="0" eaLnBrk="1" fontAlgn="auto" latinLnBrk="0" hangingPunct="1">
              <a:lnSpc>
                <a:spcPct val="200000"/>
              </a:lnSpc>
              <a:spcBef>
                <a:spcPts val="0"/>
              </a:spcBef>
              <a:spcAft>
                <a:spcPts val="0"/>
              </a:spcAft>
              <a:buClrTx/>
              <a:buSzTx/>
              <a:buFontTx/>
              <a:buNone/>
              <a:tabLst/>
              <a:defRPr/>
            </a:pPr>
            <a:endParaRPr lang="en-GB" sz="1600" b="0" dirty="0">
              <a:solidFill>
                <a:schemeClr val="accent6">
                  <a:lumMod val="75000"/>
                </a:schemeClr>
              </a:solidFill>
              <a:latin typeface="Helvetica Now Text" panose="020B0504030202020204" pitchFamily="34" charset="0"/>
            </a:endParaRPr>
          </a:p>
          <a:p>
            <a:pPr marL="0" marR="0" lvl="0" indent="0" algn="l" defTabSz="1828709" rtl="0" eaLnBrk="1" fontAlgn="auto" latinLnBrk="0" hangingPunct="1">
              <a:lnSpc>
                <a:spcPct val="200000"/>
              </a:lnSpc>
              <a:spcBef>
                <a:spcPts val="0"/>
              </a:spcBef>
              <a:spcAft>
                <a:spcPts val="0"/>
              </a:spcAft>
              <a:buClrTx/>
              <a:buSzTx/>
              <a:buFontTx/>
              <a:buNone/>
              <a:tabLst/>
              <a:defRPr/>
            </a:pPr>
            <a:endParaRPr lang="en-GB" sz="1600" b="0" dirty="0">
              <a:solidFill>
                <a:schemeClr val="accent6">
                  <a:lumMod val="75000"/>
                </a:schemeClr>
              </a:solidFill>
              <a:latin typeface="Helvetica Now Text" panose="020B0504030202020204" pitchFamily="34" charset="0"/>
            </a:endParaRPr>
          </a:p>
          <a:p>
            <a:pPr marL="0" marR="0" lvl="0" indent="0" algn="l" defTabSz="1828709" rtl="0" eaLnBrk="1" fontAlgn="auto" latinLnBrk="0" hangingPunct="1">
              <a:lnSpc>
                <a:spcPct val="100000"/>
              </a:lnSpc>
              <a:spcBef>
                <a:spcPts val="0"/>
              </a:spcBef>
              <a:spcAft>
                <a:spcPts val="0"/>
              </a:spcAft>
              <a:buClrTx/>
              <a:buSzTx/>
              <a:buFontTx/>
              <a:buNone/>
              <a:tabLst/>
              <a:defRPr/>
            </a:pPr>
            <a:r>
              <a:rPr kumimoji="0" lang="en-GB" sz="7200" b="0" i="0" u="none" strike="noStrike" kern="1200" cap="none" spc="0" normalizeH="0" baseline="0" noProof="0" dirty="0">
                <a:ln>
                  <a:noFill/>
                </a:ln>
                <a:solidFill>
                  <a:srgbClr val="F25D00"/>
                </a:solidFill>
                <a:effectLst/>
                <a:uLnTx/>
                <a:uFillTx/>
                <a:latin typeface="Helvetica Now Text" panose="020B0504030202020204" pitchFamily="34" charset="0"/>
                <a:ea typeface="+mn-ea"/>
                <a:cs typeface="+mn-cs"/>
              </a:rPr>
              <a:t>3</a:t>
            </a:r>
          </a:p>
          <a:p>
            <a:pPr>
              <a:lnSpc>
                <a:spcPct val="200000"/>
              </a:lnSpc>
              <a:spcAft>
                <a:spcPts val="0"/>
              </a:spcAft>
              <a:defRPr/>
            </a:pPr>
            <a:r>
              <a:rPr lang="en-GB" sz="1600" b="0" dirty="0">
                <a:solidFill>
                  <a:schemeClr val="accent6">
                    <a:lumMod val="75000"/>
                  </a:schemeClr>
                </a:solidFill>
                <a:latin typeface="Helvetica Now Text" panose="020B0504030202020204" pitchFamily="34" charset="0"/>
              </a:rPr>
              <a:t>   </a:t>
            </a:r>
            <a:r>
              <a:rPr lang="en-GB" sz="1600" dirty="0">
                <a:latin typeface="Helvetica Now Text" panose="020B0504030202020204" pitchFamily="34" charset="0"/>
              </a:rPr>
              <a:t>19           Competitive Influence Across the Layers</a:t>
            </a:r>
          </a:p>
          <a:p>
            <a:pPr>
              <a:lnSpc>
                <a:spcPct val="200000"/>
              </a:lnSpc>
              <a:spcAft>
                <a:spcPts val="0"/>
              </a:spcAft>
              <a:defRPr/>
            </a:pPr>
            <a:r>
              <a:rPr lang="en-GB" sz="1600" b="0" dirty="0">
                <a:solidFill>
                  <a:schemeClr val="accent6">
                    <a:lumMod val="75000"/>
                  </a:schemeClr>
                </a:solidFill>
                <a:latin typeface="Helvetica Now Text" panose="020B0504030202020204" pitchFamily="34" charset="0"/>
              </a:rPr>
              <a:t>   20         Competitive Influencing Factors</a:t>
            </a:r>
          </a:p>
          <a:p>
            <a:pPr>
              <a:lnSpc>
                <a:spcPct val="200000"/>
              </a:lnSpc>
              <a:spcAft>
                <a:spcPts val="0"/>
              </a:spcAft>
              <a:defRPr/>
            </a:pPr>
            <a:r>
              <a:rPr lang="en-GB" sz="1600" b="0" dirty="0">
                <a:solidFill>
                  <a:schemeClr val="accent6">
                    <a:lumMod val="75000"/>
                  </a:schemeClr>
                </a:solidFill>
                <a:latin typeface="Helvetica Now Text" panose="020B0504030202020204" pitchFamily="34" charset="0"/>
              </a:rPr>
              <a:t>   21          Carrier Perceptions Across Layers</a:t>
            </a:r>
          </a:p>
          <a:p>
            <a:pPr>
              <a:lnSpc>
                <a:spcPct val="200000"/>
              </a:lnSpc>
              <a:spcAft>
                <a:spcPts val="0"/>
              </a:spcAft>
              <a:defRPr/>
            </a:pPr>
            <a:endParaRPr lang="en-GB" sz="1600" b="0" dirty="0">
              <a:solidFill>
                <a:srgbClr val="007585"/>
              </a:solidFill>
              <a:latin typeface="Helvetica Now Text" panose="020B0504030202020204" pitchFamily="34" charset="0"/>
            </a:endParaRPr>
          </a:p>
          <a:p>
            <a:pPr>
              <a:lnSpc>
                <a:spcPct val="200000"/>
              </a:lnSpc>
              <a:spcAft>
                <a:spcPts val="0"/>
              </a:spcAft>
              <a:defRPr/>
            </a:pPr>
            <a:endParaRPr lang="en-GB" sz="1600" b="0" dirty="0">
              <a:solidFill>
                <a:srgbClr val="007585"/>
              </a:solidFill>
              <a:latin typeface="Helvetica Now Text" panose="020B0504030202020204" pitchFamily="34" charset="0"/>
            </a:endParaRPr>
          </a:p>
          <a:p>
            <a:pPr>
              <a:lnSpc>
                <a:spcPct val="200000"/>
              </a:lnSpc>
              <a:spcAft>
                <a:spcPts val="0"/>
              </a:spcAft>
              <a:defRPr/>
            </a:pPr>
            <a:r>
              <a:rPr lang="en-GB" sz="1600" b="0" dirty="0">
                <a:solidFill>
                  <a:srgbClr val="007585"/>
                </a:solidFill>
                <a:latin typeface="Helvetica Now Text" panose="020B0504030202020204" pitchFamily="34" charset="0"/>
              </a:rPr>
              <a:t>Bound Placement Structure </a:t>
            </a:r>
            <a:r>
              <a:rPr lang="en-GB" sz="1600" b="0" dirty="0">
                <a:solidFill>
                  <a:schemeClr val="accent6">
                    <a:lumMod val="75000"/>
                  </a:schemeClr>
                </a:solidFill>
                <a:latin typeface="Helvetica Now Text" panose="020B0504030202020204" pitchFamily="34" charset="0"/>
              </a:rPr>
              <a:t>	</a:t>
            </a:r>
            <a:endParaRPr kumimoji="0" lang="en-GB" sz="7200" b="0" i="0" u="none" strike="noStrike" kern="1200" cap="none" spc="0" normalizeH="0" baseline="0" noProof="0" dirty="0">
              <a:ln>
                <a:noFill/>
              </a:ln>
              <a:solidFill>
                <a:srgbClr val="F25D00"/>
              </a:solidFill>
              <a:effectLst/>
              <a:uLnTx/>
              <a:uFillTx/>
              <a:latin typeface="Helvetica Now Text" panose="020B0504030202020204" pitchFamily="34" charset="0"/>
              <a:ea typeface="+mn-ea"/>
              <a:cs typeface="+mn-cs"/>
            </a:endParaRPr>
          </a:p>
          <a:p>
            <a:pPr marL="0" marR="0" lvl="0" indent="0" algn="l" defTabSz="1828709" rtl="0" eaLnBrk="1" fontAlgn="auto" latinLnBrk="0" hangingPunct="1">
              <a:lnSpc>
                <a:spcPct val="100000"/>
              </a:lnSpc>
              <a:spcBef>
                <a:spcPts val="0"/>
              </a:spcBef>
              <a:spcAft>
                <a:spcPts val="0"/>
              </a:spcAft>
              <a:buClrTx/>
              <a:buSzTx/>
              <a:buFontTx/>
              <a:buNone/>
              <a:tabLst/>
              <a:defRPr/>
            </a:pPr>
            <a:r>
              <a:rPr lang="en-GB" sz="7200" b="0" dirty="0">
                <a:solidFill>
                  <a:srgbClr val="F25D00"/>
                </a:solidFill>
                <a:latin typeface="Helvetica Now Text" panose="020B0504030202020204" pitchFamily="34" charset="0"/>
              </a:rPr>
              <a:t>4</a:t>
            </a:r>
            <a:endParaRPr kumimoji="0" lang="en-GB" sz="7200" b="0" i="0" u="none" strike="noStrike" kern="1200" cap="none" spc="0" normalizeH="0" baseline="0" noProof="0" dirty="0">
              <a:ln>
                <a:noFill/>
              </a:ln>
              <a:solidFill>
                <a:srgbClr val="F25D00"/>
              </a:solidFill>
              <a:effectLst/>
              <a:uLnTx/>
              <a:uFillTx/>
              <a:latin typeface="Helvetica Now Text" panose="020B0504030202020204" pitchFamily="34" charset="0"/>
              <a:ea typeface="+mn-ea"/>
              <a:cs typeface="+mn-cs"/>
            </a:endParaRPr>
          </a:p>
          <a:p>
            <a:pPr marL="0" marR="0" lvl="0" indent="0" algn="l" defTabSz="1828709" rtl="0" eaLnBrk="1" fontAlgn="auto" latinLnBrk="0" hangingPunct="1">
              <a:lnSpc>
                <a:spcPct val="2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000000"/>
                </a:solidFill>
                <a:effectLst/>
                <a:uLnTx/>
                <a:uFillTx/>
                <a:latin typeface="Helvetica Now Text" panose="020B0504030202020204" pitchFamily="34" charset="0"/>
                <a:ea typeface="+mn-ea"/>
                <a:cs typeface="+mn-cs"/>
              </a:rPr>
              <a:t>   </a:t>
            </a:r>
            <a:r>
              <a:rPr kumimoji="0" lang="en-GB" sz="1600" i="0" u="none" strike="noStrike" kern="1200" cap="none" spc="0" normalizeH="0" baseline="0" noProof="0" dirty="0">
                <a:ln>
                  <a:noFill/>
                </a:ln>
                <a:effectLst/>
                <a:uLnTx/>
                <a:uFillTx/>
                <a:latin typeface="Helvetica Now Text" panose="020B0504030202020204" pitchFamily="34" charset="0"/>
                <a:ea typeface="+mn-ea"/>
                <a:cs typeface="+mn-cs"/>
              </a:rPr>
              <a:t>40          Contacts</a:t>
            </a:r>
          </a:p>
          <a:p>
            <a:pPr marL="0" marR="0" lvl="0" indent="0" algn="l" defTabSz="1828709" rtl="0" eaLnBrk="1" fontAlgn="auto" latinLnBrk="0" hangingPunct="1">
              <a:lnSpc>
                <a:spcPct val="2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EEF6F7">
                    <a:lumMod val="75000"/>
                  </a:srgbClr>
                </a:solidFill>
                <a:effectLst/>
                <a:uLnTx/>
                <a:uFillTx/>
                <a:latin typeface="Helvetica Now Text" panose="020B0504030202020204" pitchFamily="34" charset="0"/>
                <a:ea typeface="+mn-ea"/>
                <a:cs typeface="+mn-cs"/>
              </a:rPr>
              <a:t>   41          Report Contacts and Information</a:t>
            </a:r>
          </a:p>
          <a:p>
            <a:pPr marL="0" marR="0" lvl="0" indent="0" algn="l" defTabSz="1828709" rtl="0" eaLnBrk="1" fontAlgn="auto" latinLnBrk="0" hangingPunct="1">
              <a:lnSpc>
                <a:spcPct val="2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EEF6F7">
                    <a:lumMod val="75000"/>
                  </a:srgbClr>
                </a:solidFill>
                <a:effectLst/>
                <a:uLnTx/>
                <a:uFillTx/>
                <a:latin typeface="Helvetica Now Text" panose="020B0504030202020204" pitchFamily="34" charset="0"/>
                <a:ea typeface="+mn-ea"/>
                <a:cs typeface="+mn-cs"/>
              </a:rPr>
              <a:t>  </a:t>
            </a:r>
          </a:p>
          <a:p>
            <a:pPr marL="0" marR="0" lvl="0" indent="0" algn="l" defTabSz="1828709" rtl="0" eaLnBrk="1" fontAlgn="auto" latinLnBrk="0" hangingPunct="1">
              <a:lnSpc>
                <a:spcPct val="100000"/>
              </a:lnSpc>
              <a:spcBef>
                <a:spcPts val="0"/>
              </a:spcBef>
              <a:spcAft>
                <a:spcPts val="0"/>
              </a:spcAft>
              <a:buClrTx/>
              <a:buSzTx/>
              <a:buFontTx/>
              <a:buNone/>
              <a:tabLst/>
              <a:defRPr/>
            </a:pPr>
            <a:endParaRPr kumimoji="0" lang="en-GB" sz="3600" i="0" u="none" strike="noStrike" kern="1200" cap="none" spc="0" normalizeH="0" baseline="0" noProof="0" dirty="0">
              <a:ln>
                <a:noFill/>
              </a:ln>
              <a:solidFill>
                <a:srgbClr val="000000"/>
              </a:solidFill>
              <a:effectLst/>
              <a:uLnTx/>
              <a:uFillTx/>
              <a:latin typeface="Arial" panose="020B0604020202020204"/>
              <a:ea typeface="+mn-ea"/>
              <a:cs typeface="+mn-cs"/>
            </a:endParaRPr>
          </a:p>
          <a:p>
            <a:pPr>
              <a:spcAft>
                <a:spcPts val="0"/>
              </a:spcAft>
              <a:buFontTx/>
              <a:buNone/>
              <a:defRPr/>
            </a:pPr>
            <a:endParaRPr lang="en-GB" sz="3200" dirty="0">
              <a:solidFill>
                <a:schemeClr val="tx1"/>
              </a:solidFill>
            </a:endParaRPr>
          </a:p>
        </p:txBody>
      </p:sp>
    </p:spTree>
    <p:extLst>
      <p:ext uri="{BB962C8B-B14F-4D97-AF65-F5344CB8AC3E}">
        <p14:creationId xmlns:p14="http://schemas.microsoft.com/office/powerpoint/2010/main" val="2007500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60599E-3E80-AE40-B0FE-3870FC7AAD75}"/>
              </a:ext>
            </a:extLst>
          </p:cNvPr>
          <p:cNvSpPr>
            <a:spLocks noGrp="1"/>
          </p:cNvSpPr>
          <p:nvPr>
            <p:ph type="title"/>
          </p:nvPr>
        </p:nvSpPr>
        <p:spPr/>
        <p:txBody>
          <a:bodyPr/>
          <a:lstStyle/>
          <a:p>
            <a:r>
              <a:rPr lang="en-GB" dirty="0"/>
              <a:t>Placement Overview</a:t>
            </a:r>
          </a:p>
        </p:txBody>
      </p:sp>
      <p:sp>
        <p:nvSpPr>
          <p:cNvPr id="3" name="Slide Number Placeholder 2">
            <a:extLst>
              <a:ext uri="{FF2B5EF4-FFF2-40B4-BE49-F238E27FC236}">
                <a16:creationId xmlns:a16="http://schemas.microsoft.com/office/drawing/2014/main" id="{4C1F1675-59A3-AD45-A714-24445DDA6B46}"/>
              </a:ext>
            </a:extLst>
          </p:cNvPr>
          <p:cNvSpPr>
            <a:spLocks noGrp="1"/>
          </p:cNvSpPr>
          <p:nvPr>
            <p:ph type="sldNum" sz="quarter" idx="10"/>
          </p:nvPr>
        </p:nvSpPr>
        <p:spPr/>
        <p:txBody>
          <a:bodyPr/>
          <a:lstStyle/>
          <a:p>
            <a:fld id="{91D568E7-61F5-D04E-995D-81EF41C01A2A}" type="slidenum">
              <a:rPr lang="en-GB" smtClean="0"/>
              <a:pPr/>
              <a:t>3</a:t>
            </a:fld>
            <a:endParaRPr lang="en-GB"/>
          </a:p>
        </p:txBody>
      </p:sp>
      <p:sp>
        <p:nvSpPr>
          <p:cNvPr id="2" name="Footer Placeholder 1">
            <a:extLst>
              <a:ext uri="{FF2B5EF4-FFF2-40B4-BE49-F238E27FC236}">
                <a16:creationId xmlns:a16="http://schemas.microsoft.com/office/drawing/2014/main" id="{F48839F9-E646-41DF-9DE5-33BB6750B46F}"/>
              </a:ext>
            </a:extLst>
          </p:cNvPr>
          <p:cNvSpPr>
            <a:spLocks noGrp="1"/>
          </p:cNvSpPr>
          <p:nvPr>
            <p:ph type="ftr" sz="quarter" idx="11"/>
          </p:nvPr>
        </p:nvSpPr>
        <p:spPr/>
        <p:txBody>
          <a:bodyPr/>
          <a:lstStyle/>
          <a:p>
            <a:r>
              <a:rPr lang="en-GB"/>
              <a:t>Legal Copy Helvetica Regular 8/9.6 White</a:t>
            </a:r>
          </a:p>
        </p:txBody>
      </p:sp>
      <p:sp>
        <p:nvSpPr>
          <p:cNvPr id="7" name="Subtitle 6">
            <a:extLst>
              <a:ext uri="{FF2B5EF4-FFF2-40B4-BE49-F238E27FC236}">
                <a16:creationId xmlns:a16="http://schemas.microsoft.com/office/drawing/2014/main" id="{77D85B01-FCFD-C94C-B338-B5DB868310E8}"/>
              </a:ext>
            </a:extLst>
          </p:cNvPr>
          <p:cNvSpPr>
            <a:spLocks noGrp="1"/>
          </p:cNvSpPr>
          <p:nvPr>
            <p:ph type="subTitle" idx="13"/>
          </p:nvPr>
        </p:nvSpPr>
        <p:spPr/>
        <p:txBody>
          <a:bodyPr/>
          <a:lstStyle/>
          <a:p>
            <a:r>
              <a:rPr lang="en-GB" dirty="0"/>
              <a:t>1</a:t>
            </a:r>
          </a:p>
        </p:txBody>
      </p:sp>
      <p:pic>
        <p:nvPicPr>
          <p:cNvPr id="8" name="Picture Placeholder 7">
            <a:extLst>
              <a:ext uri="{FF2B5EF4-FFF2-40B4-BE49-F238E27FC236}">
                <a16:creationId xmlns:a16="http://schemas.microsoft.com/office/drawing/2014/main" id="{320F22B0-8E71-F621-8AAC-AE369E090E39}"/>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a:stretch/>
        </p:blipFill>
        <p:spPr/>
      </p:pic>
    </p:spTree>
    <p:extLst>
      <p:ext uri="{BB962C8B-B14F-4D97-AF65-F5344CB8AC3E}">
        <p14:creationId xmlns:p14="http://schemas.microsoft.com/office/powerpoint/2010/main" val="3413210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EB4542-4F59-B34A-B9B9-61AB17262F76}"/>
              </a:ext>
            </a:extLst>
          </p:cNvPr>
          <p:cNvSpPr>
            <a:spLocks noGrp="1"/>
          </p:cNvSpPr>
          <p:nvPr>
            <p:ph type="sldNum" sz="quarter" idx="12"/>
          </p:nvPr>
        </p:nvSpPr>
        <p:spPr>
          <a:xfrm>
            <a:off x="22817394" y="12522200"/>
            <a:ext cx="807577" cy="730250"/>
          </a:xfrm>
        </p:spPr>
        <p:txBody>
          <a:bodyPr/>
          <a:lstStyle/>
          <a:p>
            <a:fld id="{91D568E7-61F5-D04E-995D-81EF41C01A2A}" type="slidenum">
              <a:rPr lang="en-GB" smtClean="0"/>
              <a:pPr/>
              <a:t>4</a:t>
            </a:fld>
            <a:endParaRPr lang="en-GB"/>
          </a:p>
        </p:txBody>
      </p:sp>
      <p:sp>
        <p:nvSpPr>
          <p:cNvPr id="4" name="Footer Placeholder 3">
            <a:extLst>
              <a:ext uri="{FF2B5EF4-FFF2-40B4-BE49-F238E27FC236}">
                <a16:creationId xmlns:a16="http://schemas.microsoft.com/office/drawing/2014/main" id="{749F9F54-9928-46C1-B63A-2DD86E6C04ED}"/>
              </a:ext>
            </a:extLst>
          </p:cNvPr>
          <p:cNvSpPr>
            <a:spLocks noGrp="1"/>
          </p:cNvSpPr>
          <p:nvPr>
            <p:ph type="ftr" sz="quarter" idx="3"/>
          </p:nvPr>
        </p:nvSpPr>
        <p:spPr>
          <a:xfrm>
            <a:off x="12023125" y="12554568"/>
            <a:ext cx="10077288" cy="730250"/>
          </a:xfrm>
        </p:spPr>
        <p:txBody>
          <a:bodyPr/>
          <a:lstStyle/>
          <a:p>
            <a:r>
              <a:rPr lang="en-GB"/>
              <a:t>Legal Copy Helvetica Regular 8/9.6 White</a:t>
            </a:r>
          </a:p>
        </p:txBody>
      </p:sp>
      <p:sp>
        <p:nvSpPr>
          <p:cNvPr id="10" name="Title 9">
            <a:extLst>
              <a:ext uri="{FF2B5EF4-FFF2-40B4-BE49-F238E27FC236}">
                <a16:creationId xmlns:a16="http://schemas.microsoft.com/office/drawing/2014/main" id="{180ADFDD-82F1-9943-81BE-01708C665D33}"/>
              </a:ext>
            </a:extLst>
          </p:cNvPr>
          <p:cNvSpPr>
            <a:spLocks noGrp="1"/>
          </p:cNvSpPr>
          <p:nvPr>
            <p:ph type="title"/>
          </p:nvPr>
        </p:nvSpPr>
        <p:spPr>
          <a:xfrm>
            <a:off x="2246313" y="936384"/>
            <a:ext cx="13750925" cy="800219"/>
          </a:xfrm>
        </p:spPr>
        <p:txBody>
          <a:bodyPr/>
          <a:lstStyle/>
          <a:p>
            <a:r>
              <a:rPr lang="en-GB" dirty="0"/>
              <a:t>Executive Summary</a:t>
            </a:r>
          </a:p>
        </p:txBody>
      </p:sp>
      <p:sp>
        <p:nvSpPr>
          <p:cNvPr id="11" name="Subtitle 10">
            <a:extLst>
              <a:ext uri="{FF2B5EF4-FFF2-40B4-BE49-F238E27FC236}">
                <a16:creationId xmlns:a16="http://schemas.microsoft.com/office/drawing/2014/main" id="{0B190BB8-C43F-6B4F-BC17-0B0FCA7EBFD7}"/>
              </a:ext>
            </a:extLst>
          </p:cNvPr>
          <p:cNvSpPr>
            <a:spLocks noGrp="1"/>
          </p:cNvSpPr>
          <p:nvPr>
            <p:ph type="subTitle" idx="13"/>
          </p:nvPr>
        </p:nvSpPr>
        <p:spPr>
          <a:xfrm>
            <a:off x="2246313" y="1686568"/>
            <a:ext cx="13750925" cy="615553"/>
          </a:xfrm>
        </p:spPr>
        <p:txBody>
          <a:bodyPr/>
          <a:lstStyle/>
          <a:p>
            <a:r>
              <a:rPr lang="en-GB" dirty="0"/>
              <a:t>Placement Overview</a:t>
            </a:r>
          </a:p>
        </p:txBody>
      </p:sp>
      <p:sp>
        <p:nvSpPr>
          <p:cNvPr id="12" name="Text Placeholder 11">
            <a:extLst>
              <a:ext uri="{FF2B5EF4-FFF2-40B4-BE49-F238E27FC236}">
                <a16:creationId xmlns:a16="http://schemas.microsoft.com/office/drawing/2014/main" id="{C9713054-2D36-964C-BFB5-BA05DA047653}"/>
              </a:ext>
            </a:extLst>
          </p:cNvPr>
          <p:cNvSpPr>
            <a:spLocks noGrp="1"/>
          </p:cNvSpPr>
          <p:nvPr>
            <p:ph type="body" sz="quarter" idx="14"/>
          </p:nvPr>
        </p:nvSpPr>
        <p:spPr>
          <a:xfrm>
            <a:off x="2261761" y="3126481"/>
            <a:ext cx="12976652" cy="8902951"/>
          </a:xfrm>
        </p:spPr>
        <p:txBody>
          <a:bodyPr/>
          <a:lstStyle/>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Aon has taken a strategic approach to secure the best insurance coverage for your needs. We engaged with eight insurers across four layers, ensuring a robust and competitive process. The total premium for this placement was $186,000, covering an exposure of $28 million.</a:t>
            </a: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endPar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endParaRP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As we navigated through the placement process, AXA emerged as a pivotal partner, covering 100% of the primary layer. This underscored their critical role in underwriting your most exposed risk. In the middle layers, Chubb, </a:t>
            </a:r>
            <a:r>
              <a:rPr kumimoji="0" lang="en-GB" sz="1600" b="0" i="0" u="none" strike="noStrike" kern="1200" cap="none" spc="0" normalizeH="0" baseline="0" noProof="0" dirty="0" err="1">
                <a:ln>
                  <a:noFill/>
                </a:ln>
                <a:solidFill>
                  <a:srgbClr val="646E73"/>
                </a:solidFill>
                <a:effectLst/>
                <a:uLnTx/>
                <a:uFillTx/>
                <a:latin typeface="Helvetica Now Text" panose="020B0504030202020204" pitchFamily="34" charset="77"/>
                <a:ea typeface="+mn-ea"/>
                <a:cs typeface="+mn-cs"/>
              </a:rPr>
              <a:t>Hiscox</a:t>
            </a: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 and Swiss Re shared responsibility, providing a balanced approach and reducing reliance on any single insurer. In the higher layers, AIG, Ironshore, and Apollo further diversified the risk, ensuring stability and minimizing the risk of over-reliance on one carrier.</a:t>
            </a: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endPar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endParaRP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The market’s perception of your risk varied across different layers. The higher layers, ranging from $20 million to $30 million, showed a significant oversupply of capacity, indicating a strong market appetite and perception of lower risk. The primary layer, from $0 to $10 million, had a balanced capacity, reflecting a stable market view.</a:t>
            </a: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endPar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endParaRP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Pricing dynamics played a crucial role in our strategy. The highest pricing spread was observed in the $20 million to $30 million layer at 18%, indicating diverse views among carriers and potential for negotiation. The best value was found in the $15 million to $20 million layer, offering $286 of capacity per dollar of premium, suggesting favourable market perception and cost-effectiveness.</a:t>
            </a: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endPar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endParaRP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Throughout this journey, AXA, Chubb, </a:t>
            </a:r>
            <a:r>
              <a:rPr kumimoji="0" lang="en-GB" sz="1600" b="0" i="0" u="none" strike="noStrike" kern="1200" cap="none" spc="0" normalizeH="0" baseline="0" noProof="0" dirty="0" err="1">
                <a:ln>
                  <a:noFill/>
                </a:ln>
                <a:solidFill>
                  <a:srgbClr val="646E73"/>
                </a:solidFill>
                <a:effectLst/>
                <a:uLnTx/>
                <a:uFillTx/>
                <a:latin typeface="Helvetica Now Text" panose="020B0504030202020204" pitchFamily="34" charset="77"/>
                <a:ea typeface="+mn-ea"/>
                <a:cs typeface="+mn-cs"/>
              </a:rPr>
              <a:t>Hiscox</a:t>
            </a: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 and Swiss Re provided competitive pricing and capacity, making them preferred partners for future placements. AIG, Ironshore, and Apollo also contributed significantly, ensuring a well-distributed risk.</a:t>
            </a: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endPar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endParaRP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In conclusion, this placement has successfully balanced your risk across multiple carriers and layers, ensuring stability and competitive pricing. The insights gained from this process will help in making informed decisions for future placements, enhancing your risk management strategy.</a:t>
            </a: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endPar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endParaRPr>
          </a:p>
          <a:p>
            <a:pPr marL="285750" marR="0" lvl="1" indent="-285750" algn="l" defTabSz="1828709" rtl="0" eaLnBrk="1" fontAlgn="auto" latinLnBrk="0" hangingPunct="1">
              <a:lnSpc>
                <a:spcPct val="117000"/>
              </a:lnSpc>
              <a:spcBef>
                <a:spcPts val="0"/>
              </a:spcBef>
              <a:spcAft>
                <a:spcPts val="0"/>
              </a:spcAft>
              <a:buClrTx/>
              <a:buSzTx/>
              <a:buFont typeface="Wingdings" panose="05000000000000000000" pitchFamily="2" charset="2"/>
              <a:buChar char="§"/>
              <a:tabLst/>
              <a:defRPr/>
            </a:pPr>
            <a:r>
              <a:rPr kumimoji="0" lang="en-GB"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rPr>
              <a:t>The journey of securing your insurance placement was marked by strategic engagement, robust market analysis, and strong partnerships. This report not only highlights the outcomes but also provides a roadmap for future risk management, ensuring that you are well-prepared to navigate the complexities of the insurance market.</a:t>
            </a:r>
            <a:endParaRPr kumimoji="0" lang="en-US" sz="1600" b="0" i="0" u="none" strike="noStrike" kern="1200" cap="none" spc="0" normalizeH="0" baseline="0" noProof="0" dirty="0">
              <a:ln>
                <a:noFill/>
              </a:ln>
              <a:solidFill>
                <a:srgbClr val="646E73"/>
              </a:solidFill>
              <a:effectLst/>
              <a:uLnTx/>
              <a:uFillTx/>
              <a:latin typeface="Helvetica Now Text" panose="020B0504030202020204" pitchFamily="34" charset="77"/>
              <a:ea typeface="+mn-ea"/>
              <a:cs typeface="+mn-cs"/>
            </a:endParaRPr>
          </a:p>
        </p:txBody>
      </p:sp>
      <p:pic>
        <p:nvPicPr>
          <p:cNvPr id="7" name="Picture Placeholder 6">
            <a:extLst>
              <a:ext uri="{FF2B5EF4-FFF2-40B4-BE49-F238E27FC236}">
                <a16:creationId xmlns:a16="http://schemas.microsoft.com/office/drawing/2014/main" id="{221E55BE-EE4F-09D1-411E-2CC1FCBFF3CD}"/>
              </a:ext>
            </a:extLst>
          </p:cNvPr>
          <p:cNvPicPr>
            <a:picLocks noGrp="1" noChangeAspect="1"/>
          </p:cNvPicPr>
          <p:nvPr>
            <p:ph type="pic" sz="quarter" idx="16"/>
          </p:nvPr>
        </p:nvPicPr>
        <p:blipFill>
          <a:blip r:embed="rId3" cstate="email">
            <a:extLst>
              <a:ext uri="{28A0092B-C50C-407E-A947-70E740481C1C}">
                <a14:useLocalDpi xmlns:a14="http://schemas.microsoft.com/office/drawing/2010/main"/>
              </a:ext>
            </a:extLst>
          </a:blip>
          <a:srcRect/>
          <a:stretch/>
        </p:blipFill>
        <p:spPr/>
      </p:pic>
      <p:sp>
        <p:nvSpPr>
          <p:cNvPr id="3" name="TextBox 2">
            <a:extLst>
              <a:ext uri="{FF2B5EF4-FFF2-40B4-BE49-F238E27FC236}">
                <a16:creationId xmlns:a16="http://schemas.microsoft.com/office/drawing/2014/main" id="{CEB363AD-FE85-727F-D262-D4B781FD38BB}"/>
              </a:ext>
            </a:extLst>
          </p:cNvPr>
          <p:cNvSpPr txBox="1"/>
          <p:nvPr/>
        </p:nvSpPr>
        <p:spPr>
          <a:xfrm>
            <a:off x="589417" y="625293"/>
            <a:ext cx="1364343" cy="1422400"/>
          </a:xfrm>
          <a:prstGeom prst="rect">
            <a:avLst/>
          </a:prstGeom>
          <a:noFill/>
        </p:spPr>
        <p:txBody>
          <a:bodyPr wrap="square" lIns="0" tIns="0" rIns="0" bIns="0" rtlCol="0">
            <a:noAutofit/>
          </a:bodyPr>
          <a:lstStyle/>
          <a:p>
            <a:pPr marL="0" algn="l">
              <a:lnSpc>
                <a:spcPct val="117000"/>
              </a:lnSpc>
              <a:spcAft>
                <a:spcPts val="1000"/>
              </a:spcAft>
            </a:pPr>
            <a:r>
              <a:rPr lang="en-GB" sz="8000" b="0" i="0" dirty="0">
                <a:solidFill>
                  <a:srgbClr val="007585"/>
                </a:solidFill>
                <a:latin typeface="Helvetica Now Text Light" panose="020B0404030202020204" pitchFamily="34" charset="0"/>
              </a:rPr>
              <a:t>1</a:t>
            </a:r>
            <a:endParaRPr lang="en-GB" sz="2400" b="0" i="0" dirty="0">
              <a:solidFill>
                <a:srgbClr val="007585"/>
              </a:solidFill>
              <a:latin typeface="Helvetica Now Text Light" panose="020B0404030202020204" pitchFamily="34" charset="0"/>
            </a:endParaRPr>
          </a:p>
        </p:txBody>
      </p:sp>
      <p:sp>
        <p:nvSpPr>
          <p:cNvPr id="8" name="TextBox 7">
            <a:extLst>
              <a:ext uri="{FF2B5EF4-FFF2-40B4-BE49-F238E27FC236}">
                <a16:creationId xmlns:a16="http://schemas.microsoft.com/office/drawing/2014/main" id="{347AEF9C-4476-9183-5863-66F542DBB35B}"/>
              </a:ext>
            </a:extLst>
          </p:cNvPr>
          <p:cNvSpPr txBox="1"/>
          <p:nvPr/>
        </p:nvSpPr>
        <p:spPr>
          <a:xfrm>
            <a:off x="589417" y="4862285"/>
            <a:ext cx="319314" cy="3991429"/>
          </a:xfrm>
          <a:prstGeom prst="rect">
            <a:avLst/>
          </a:prstGeom>
          <a:noFill/>
        </p:spPr>
        <p:txBody>
          <a:bodyPr vert="vert270" wrap="square" lIns="0" tIns="0" rIns="0" bIns="0" rtlCol="0" anchor="ctr">
            <a:noAutofit/>
          </a:bodyPr>
          <a:lstStyle/>
          <a:p>
            <a:pPr marL="0" algn="ctr">
              <a:lnSpc>
                <a:spcPct val="117000"/>
              </a:lnSpc>
              <a:spcAft>
                <a:spcPts val="1000"/>
              </a:spcAft>
            </a:pPr>
            <a:r>
              <a:rPr lang="en-GB" sz="1050" b="0" i="0" dirty="0">
                <a:solidFill>
                  <a:schemeClr val="bg1">
                    <a:lumMod val="65000"/>
                  </a:schemeClr>
                </a:solidFill>
                <a:latin typeface="Helvetica Now Text" panose="020B0504030202020204" pitchFamily="34" charset="77"/>
              </a:rPr>
              <a:t>Powered by Aon Broker Copilot</a:t>
            </a:r>
          </a:p>
        </p:txBody>
      </p:sp>
    </p:spTree>
    <p:extLst>
      <p:ext uri="{BB962C8B-B14F-4D97-AF65-F5344CB8AC3E}">
        <p14:creationId xmlns:p14="http://schemas.microsoft.com/office/powerpoint/2010/main" val="81468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AB5E1-4243-F74E-82E0-DAC5EF0B970E}"/>
              </a:ext>
            </a:extLst>
          </p:cNvPr>
          <p:cNvSpPr>
            <a:spLocks noGrp="1"/>
          </p:cNvSpPr>
          <p:nvPr>
            <p:ph type="sldNum" sz="quarter" idx="12"/>
          </p:nvPr>
        </p:nvSpPr>
        <p:spPr>
          <a:xfrm>
            <a:off x="22817394" y="12522200"/>
            <a:ext cx="807577" cy="730250"/>
          </a:xfrm>
        </p:spPr>
        <p:txBody>
          <a:bodyPr/>
          <a:lstStyle/>
          <a:p>
            <a:fld id="{91D568E7-61F5-D04E-995D-81EF41C01A2A}" type="slidenum">
              <a:rPr lang="en-GB" smtClean="0"/>
              <a:pPr/>
              <a:t>5</a:t>
            </a:fld>
            <a:endParaRPr lang="en-GB"/>
          </a:p>
        </p:txBody>
      </p:sp>
      <p:sp>
        <p:nvSpPr>
          <p:cNvPr id="24" name="Text Placeholder 23">
            <a:extLst>
              <a:ext uri="{FF2B5EF4-FFF2-40B4-BE49-F238E27FC236}">
                <a16:creationId xmlns:a16="http://schemas.microsoft.com/office/drawing/2014/main" id="{9D6EC758-B981-EE48-A5E8-29438486535D}"/>
              </a:ext>
            </a:extLst>
          </p:cNvPr>
          <p:cNvSpPr>
            <a:spLocks noGrp="1"/>
          </p:cNvSpPr>
          <p:nvPr>
            <p:ph type="body" sz="quarter" idx="14"/>
          </p:nvPr>
        </p:nvSpPr>
        <p:spPr>
          <a:xfrm>
            <a:off x="2297239" y="5583644"/>
            <a:ext cx="3204000" cy="561506"/>
          </a:xfrm>
        </p:spPr>
        <p:txBody>
          <a:bodyPr/>
          <a:lstStyle/>
          <a:p>
            <a:pPr lvl="1"/>
            <a:r>
              <a:rPr lang="en-GB" sz="2000" dirty="0"/>
              <a:t>Total Placement Premium</a:t>
            </a:r>
          </a:p>
        </p:txBody>
      </p:sp>
      <p:sp>
        <p:nvSpPr>
          <p:cNvPr id="25" name="Text Placeholder 24">
            <a:extLst>
              <a:ext uri="{FF2B5EF4-FFF2-40B4-BE49-F238E27FC236}">
                <a16:creationId xmlns:a16="http://schemas.microsoft.com/office/drawing/2014/main" id="{17514085-5F4E-DD4B-94D7-1A3387927F7B}"/>
              </a:ext>
            </a:extLst>
          </p:cNvPr>
          <p:cNvSpPr>
            <a:spLocks noGrp="1"/>
          </p:cNvSpPr>
          <p:nvPr>
            <p:ph type="body" sz="quarter" idx="15"/>
          </p:nvPr>
        </p:nvSpPr>
        <p:spPr>
          <a:xfrm>
            <a:off x="6795415" y="5583643"/>
            <a:ext cx="3204000" cy="561507"/>
          </a:xfrm>
        </p:spPr>
        <p:txBody>
          <a:bodyPr/>
          <a:lstStyle/>
          <a:p>
            <a:pPr lvl="1"/>
            <a:r>
              <a:rPr lang="en-GB" sz="2000" dirty="0"/>
              <a:t>Theoretical Capacity</a:t>
            </a:r>
          </a:p>
        </p:txBody>
      </p:sp>
      <p:sp>
        <p:nvSpPr>
          <p:cNvPr id="26" name="Text Placeholder 25">
            <a:extLst>
              <a:ext uri="{FF2B5EF4-FFF2-40B4-BE49-F238E27FC236}">
                <a16:creationId xmlns:a16="http://schemas.microsoft.com/office/drawing/2014/main" id="{134A15C6-8887-A644-A405-BB8BCA9EE6C1}"/>
              </a:ext>
            </a:extLst>
          </p:cNvPr>
          <p:cNvSpPr>
            <a:spLocks noGrp="1"/>
          </p:cNvSpPr>
          <p:nvPr>
            <p:ph type="body" sz="quarter" idx="16"/>
          </p:nvPr>
        </p:nvSpPr>
        <p:spPr>
          <a:xfrm>
            <a:off x="15271229" y="10020300"/>
            <a:ext cx="3786027" cy="558374"/>
          </a:xfrm>
        </p:spPr>
        <p:txBody>
          <a:bodyPr/>
          <a:lstStyle/>
          <a:p>
            <a:pPr lvl="1"/>
            <a:r>
              <a:rPr lang="en-GB" sz="2000" dirty="0"/>
              <a:t>Submission to Quote Ratio</a:t>
            </a:r>
          </a:p>
        </p:txBody>
      </p:sp>
      <p:sp>
        <p:nvSpPr>
          <p:cNvPr id="27" name="Text Placeholder 26">
            <a:extLst>
              <a:ext uri="{FF2B5EF4-FFF2-40B4-BE49-F238E27FC236}">
                <a16:creationId xmlns:a16="http://schemas.microsoft.com/office/drawing/2014/main" id="{294CC070-1B4A-244C-88C8-4EFE6D8F3F71}"/>
              </a:ext>
            </a:extLst>
          </p:cNvPr>
          <p:cNvSpPr>
            <a:spLocks noGrp="1"/>
          </p:cNvSpPr>
          <p:nvPr>
            <p:ph type="body" sz="quarter" idx="17"/>
          </p:nvPr>
        </p:nvSpPr>
        <p:spPr>
          <a:xfrm>
            <a:off x="15244752" y="5583641"/>
            <a:ext cx="3204000" cy="561509"/>
          </a:xfrm>
        </p:spPr>
        <p:txBody>
          <a:bodyPr/>
          <a:lstStyle/>
          <a:p>
            <a:pPr lvl="1"/>
            <a:r>
              <a:rPr lang="en-GB" sz="2000" dirty="0"/>
              <a:t>Number of Layers</a:t>
            </a:r>
          </a:p>
        </p:txBody>
      </p:sp>
      <p:sp>
        <p:nvSpPr>
          <p:cNvPr id="85" name="Title 84">
            <a:extLst>
              <a:ext uri="{FF2B5EF4-FFF2-40B4-BE49-F238E27FC236}">
                <a16:creationId xmlns:a16="http://schemas.microsoft.com/office/drawing/2014/main" id="{77FE5671-54C4-EB4E-B648-7301494141E9}"/>
              </a:ext>
            </a:extLst>
          </p:cNvPr>
          <p:cNvSpPr>
            <a:spLocks noGrp="1"/>
          </p:cNvSpPr>
          <p:nvPr>
            <p:ph type="title"/>
          </p:nvPr>
        </p:nvSpPr>
        <p:spPr>
          <a:xfrm>
            <a:off x="2246313" y="936384"/>
            <a:ext cx="21372512" cy="800219"/>
          </a:xfrm>
        </p:spPr>
        <p:txBody>
          <a:bodyPr/>
          <a:lstStyle/>
          <a:p>
            <a:r>
              <a:rPr lang="en-GB" dirty="0"/>
              <a:t>Highlights</a:t>
            </a:r>
          </a:p>
        </p:txBody>
      </p:sp>
      <p:sp>
        <p:nvSpPr>
          <p:cNvPr id="23" name="Subtitle 22">
            <a:extLst>
              <a:ext uri="{FF2B5EF4-FFF2-40B4-BE49-F238E27FC236}">
                <a16:creationId xmlns:a16="http://schemas.microsoft.com/office/drawing/2014/main" id="{95835626-E52F-6941-B766-0829A5AC7177}"/>
              </a:ext>
            </a:extLst>
          </p:cNvPr>
          <p:cNvSpPr>
            <a:spLocks noGrp="1"/>
          </p:cNvSpPr>
          <p:nvPr>
            <p:ph type="subTitle" idx="13"/>
          </p:nvPr>
        </p:nvSpPr>
        <p:spPr>
          <a:xfrm>
            <a:off x="2246313" y="1686568"/>
            <a:ext cx="21372512" cy="615553"/>
          </a:xfrm>
        </p:spPr>
        <p:txBody>
          <a:bodyPr/>
          <a:lstStyle/>
          <a:p>
            <a:r>
              <a:rPr lang="en-GB" dirty="0">
                <a:latin typeface="Helvetica Now Text Light" panose="020B0404030202020204" pitchFamily="34" charset="0"/>
              </a:rPr>
              <a:t>Placement Overview</a:t>
            </a:r>
          </a:p>
        </p:txBody>
      </p:sp>
      <p:pic>
        <p:nvPicPr>
          <p:cNvPr id="16" name="Graphic 15" descr="Bank check with solid fill">
            <a:extLst>
              <a:ext uri="{FF2B5EF4-FFF2-40B4-BE49-F238E27FC236}">
                <a16:creationId xmlns:a16="http://schemas.microsoft.com/office/drawing/2014/main" id="{13FCA03F-ED56-7C42-9768-A0B05FA77C6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291465" y="3395441"/>
            <a:ext cx="1292303" cy="1292303"/>
          </a:xfrm>
          <a:prstGeom prst="rect">
            <a:avLst/>
          </a:prstGeom>
        </p:spPr>
      </p:pic>
      <p:pic>
        <p:nvPicPr>
          <p:cNvPr id="17" name="Graphic 16">
            <a:extLst>
              <a:ext uri="{FF2B5EF4-FFF2-40B4-BE49-F238E27FC236}">
                <a16:creationId xmlns:a16="http://schemas.microsoft.com/office/drawing/2014/main" id="{6599A076-117B-2B40-9E29-A6248CE7A00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999627" y="7966293"/>
            <a:ext cx="1080000" cy="1080000"/>
          </a:xfrm>
          <a:prstGeom prst="rect">
            <a:avLst/>
          </a:prstGeom>
        </p:spPr>
      </p:pic>
      <p:grpSp>
        <p:nvGrpSpPr>
          <p:cNvPr id="82" name="Graphic 14" descr="Gantt Chart outline">
            <a:extLst>
              <a:ext uri="{FF2B5EF4-FFF2-40B4-BE49-F238E27FC236}">
                <a16:creationId xmlns:a16="http://schemas.microsoft.com/office/drawing/2014/main" id="{1DFDAECA-27CF-EB60-851A-519FBB0C5BEB}"/>
              </a:ext>
            </a:extLst>
          </p:cNvPr>
          <p:cNvGrpSpPr/>
          <p:nvPr/>
        </p:nvGrpSpPr>
        <p:grpSpPr>
          <a:xfrm>
            <a:off x="15244752" y="3623768"/>
            <a:ext cx="917595" cy="918000"/>
            <a:chOff x="18639460" y="3604427"/>
            <a:chExt cx="917595" cy="918000"/>
          </a:xfrm>
          <a:solidFill>
            <a:srgbClr val="ACC0C4"/>
          </a:solidFill>
        </p:grpSpPr>
        <p:sp>
          <p:nvSpPr>
            <p:cNvPr id="83" name="Freeform: Shape 82">
              <a:extLst>
                <a:ext uri="{FF2B5EF4-FFF2-40B4-BE49-F238E27FC236}">
                  <a16:creationId xmlns:a16="http://schemas.microsoft.com/office/drawing/2014/main" id="{B1D7A108-198C-1A6F-81CB-B04E89425CE9}"/>
                </a:ext>
              </a:extLst>
            </p:cNvPr>
            <p:cNvSpPr/>
            <p:nvPr/>
          </p:nvSpPr>
          <p:spPr>
            <a:xfrm>
              <a:off x="18639460" y="3604427"/>
              <a:ext cx="917595" cy="918000"/>
            </a:xfrm>
            <a:custGeom>
              <a:avLst/>
              <a:gdLst>
                <a:gd name="connsiteX0" fmla="*/ 0 w 917595"/>
                <a:gd name="connsiteY0" fmla="*/ 0 h 918000"/>
                <a:gd name="connsiteX1" fmla="*/ 0 w 917595"/>
                <a:gd name="connsiteY1" fmla="*/ 918000 h 918000"/>
                <a:gd name="connsiteX2" fmla="*/ 917595 w 917595"/>
                <a:gd name="connsiteY2" fmla="*/ 918000 h 918000"/>
                <a:gd name="connsiteX3" fmla="*/ 917595 w 917595"/>
                <a:gd name="connsiteY3" fmla="*/ 891000 h 918000"/>
                <a:gd name="connsiteX4" fmla="*/ 27000 w 917595"/>
                <a:gd name="connsiteY4" fmla="*/ 891000 h 918000"/>
                <a:gd name="connsiteX5" fmla="*/ 27000 w 917595"/>
                <a:gd name="connsiteY5" fmla="*/ 0 h 918000"/>
                <a:gd name="connsiteX6" fmla="*/ 0 w 917595"/>
                <a:gd name="connsiteY6" fmla="*/ 0 h 91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595" h="918000">
                  <a:moveTo>
                    <a:pt x="0" y="0"/>
                  </a:moveTo>
                  <a:lnTo>
                    <a:pt x="0" y="918000"/>
                  </a:lnTo>
                  <a:lnTo>
                    <a:pt x="917595" y="918000"/>
                  </a:lnTo>
                  <a:lnTo>
                    <a:pt x="917595" y="891000"/>
                  </a:lnTo>
                  <a:lnTo>
                    <a:pt x="27000" y="891000"/>
                  </a:lnTo>
                  <a:lnTo>
                    <a:pt x="27000" y="0"/>
                  </a:lnTo>
                  <a:lnTo>
                    <a:pt x="0" y="0"/>
                  </a:lnTo>
                  <a:close/>
                </a:path>
              </a:pathLst>
            </a:custGeom>
            <a:grpFill/>
            <a:ln w="13494" cap="flat">
              <a:solidFill>
                <a:srgbClr val="ACC0C4"/>
              </a:solidFill>
              <a:prstDash val="solid"/>
              <a:miter/>
            </a:ln>
          </p:spPr>
          <p:txBody>
            <a:bodyPr rtlCol="0" anchor="ctr"/>
            <a:lstStyle/>
            <a:p>
              <a:endParaRPr lang="en-GB"/>
            </a:p>
          </p:txBody>
        </p:sp>
        <p:sp>
          <p:nvSpPr>
            <p:cNvPr id="84" name="Freeform: Shape 83">
              <a:extLst>
                <a:ext uri="{FF2B5EF4-FFF2-40B4-BE49-F238E27FC236}">
                  <a16:creationId xmlns:a16="http://schemas.microsoft.com/office/drawing/2014/main" id="{230A07BE-5289-47A9-A0F5-43114862FDE1}"/>
                </a:ext>
              </a:extLst>
            </p:cNvPr>
            <p:cNvSpPr/>
            <p:nvPr/>
          </p:nvSpPr>
          <p:spPr>
            <a:xfrm>
              <a:off x="19355000" y="4306696"/>
              <a:ext cx="148500" cy="108000"/>
            </a:xfrm>
            <a:custGeom>
              <a:avLst/>
              <a:gdLst>
                <a:gd name="connsiteX0" fmla="*/ 0 w 148500"/>
                <a:gd name="connsiteY0" fmla="*/ 108000 h 108000"/>
                <a:gd name="connsiteX1" fmla="*/ 148500 w 148500"/>
                <a:gd name="connsiteY1" fmla="*/ 108000 h 108000"/>
                <a:gd name="connsiteX2" fmla="*/ 148500 w 148500"/>
                <a:gd name="connsiteY2" fmla="*/ 0 h 108000"/>
                <a:gd name="connsiteX3" fmla="*/ 0 w 148500"/>
                <a:gd name="connsiteY3" fmla="*/ 0 h 108000"/>
                <a:gd name="connsiteX4" fmla="*/ 27000 w 148500"/>
                <a:gd name="connsiteY4" fmla="*/ 27000 h 108000"/>
                <a:gd name="connsiteX5" fmla="*/ 121500 w 148500"/>
                <a:gd name="connsiteY5" fmla="*/ 27000 h 108000"/>
                <a:gd name="connsiteX6" fmla="*/ 121500 w 148500"/>
                <a:gd name="connsiteY6" fmla="*/ 81000 h 108000"/>
                <a:gd name="connsiteX7" fmla="*/ 27000 w 148500"/>
                <a:gd name="connsiteY7" fmla="*/ 81000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8500" h="108000">
                  <a:moveTo>
                    <a:pt x="0" y="108000"/>
                  </a:moveTo>
                  <a:lnTo>
                    <a:pt x="148500" y="108000"/>
                  </a:lnTo>
                  <a:lnTo>
                    <a:pt x="148500" y="0"/>
                  </a:lnTo>
                  <a:lnTo>
                    <a:pt x="0" y="0"/>
                  </a:lnTo>
                  <a:close/>
                  <a:moveTo>
                    <a:pt x="27000" y="27000"/>
                  </a:moveTo>
                  <a:lnTo>
                    <a:pt x="121500" y="27000"/>
                  </a:lnTo>
                  <a:lnTo>
                    <a:pt x="121500" y="81000"/>
                  </a:lnTo>
                  <a:lnTo>
                    <a:pt x="27000" y="81000"/>
                  </a:lnTo>
                  <a:close/>
                </a:path>
              </a:pathLst>
            </a:custGeom>
            <a:grpFill/>
            <a:ln w="13494" cap="flat">
              <a:solidFill>
                <a:srgbClr val="ACC0C4"/>
              </a:solidFill>
              <a:prstDash val="solid"/>
              <a:miter/>
            </a:ln>
          </p:spPr>
          <p:txBody>
            <a:bodyPr rtlCol="0" anchor="ctr"/>
            <a:lstStyle/>
            <a:p>
              <a:endParaRPr lang="en-GB"/>
            </a:p>
          </p:txBody>
        </p:sp>
        <p:sp>
          <p:nvSpPr>
            <p:cNvPr id="86" name="Freeform: Shape 85">
              <a:extLst>
                <a:ext uri="{FF2B5EF4-FFF2-40B4-BE49-F238E27FC236}">
                  <a16:creationId xmlns:a16="http://schemas.microsoft.com/office/drawing/2014/main" id="{E2C9B766-9CBF-34B9-AFAB-5C8F006728D3}"/>
                </a:ext>
              </a:extLst>
            </p:cNvPr>
            <p:cNvSpPr/>
            <p:nvPr/>
          </p:nvSpPr>
          <p:spPr>
            <a:xfrm>
              <a:off x="19246987" y="4158156"/>
              <a:ext cx="162000" cy="108000"/>
            </a:xfrm>
            <a:custGeom>
              <a:avLst/>
              <a:gdLst>
                <a:gd name="connsiteX0" fmla="*/ 0 w 162000"/>
                <a:gd name="connsiteY0" fmla="*/ 108000 h 108000"/>
                <a:gd name="connsiteX1" fmla="*/ 162000 w 162000"/>
                <a:gd name="connsiteY1" fmla="*/ 108000 h 108000"/>
                <a:gd name="connsiteX2" fmla="*/ 162000 w 162000"/>
                <a:gd name="connsiteY2" fmla="*/ 0 h 108000"/>
                <a:gd name="connsiteX3" fmla="*/ 0 w 162000"/>
                <a:gd name="connsiteY3" fmla="*/ 0 h 108000"/>
                <a:gd name="connsiteX4" fmla="*/ 27000 w 162000"/>
                <a:gd name="connsiteY4" fmla="*/ 27000 h 108000"/>
                <a:gd name="connsiteX5" fmla="*/ 135000 w 162000"/>
                <a:gd name="connsiteY5" fmla="*/ 27000 h 108000"/>
                <a:gd name="connsiteX6" fmla="*/ 135000 w 162000"/>
                <a:gd name="connsiteY6" fmla="*/ 81000 h 108000"/>
                <a:gd name="connsiteX7" fmla="*/ 27000 w 162000"/>
                <a:gd name="connsiteY7" fmla="*/ 81000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000" h="108000">
                  <a:moveTo>
                    <a:pt x="0" y="108000"/>
                  </a:moveTo>
                  <a:lnTo>
                    <a:pt x="162000" y="108000"/>
                  </a:lnTo>
                  <a:lnTo>
                    <a:pt x="162000" y="0"/>
                  </a:lnTo>
                  <a:lnTo>
                    <a:pt x="0" y="0"/>
                  </a:lnTo>
                  <a:close/>
                  <a:moveTo>
                    <a:pt x="27000" y="27000"/>
                  </a:moveTo>
                  <a:lnTo>
                    <a:pt x="135000" y="27000"/>
                  </a:lnTo>
                  <a:lnTo>
                    <a:pt x="135000" y="81000"/>
                  </a:lnTo>
                  <a:lnTo>
                    <a:pt x="27000" y="81000"/>
                  </a:lnTo>
                  <a:close/>
                </a:path>
              </a:pathLst>
            </a:custGeom>
            <a:grpFill/>
            <a:ln w="13494" cap="flat">
              <a:solidFill>
                <a:srgbClr val="ACC0C4"/>
              </a:solidFill>
              <a:prstDash val="solid"/>
              <a:miter/>
            </a:ln>
          </p:spPr>
          <p:txBody>
            <a:bodyPr rtlCol="0" anchor="ctr"/>
            <a:lstStyle/>
            <a:p>
              <a:endParaRPr lang="en-GB"/>
            </a:p>
          </p:txBody>
        </p:sp>
        <p:sp>
          <p:nvSpPr>
            <p:cNvPr id="87" name="Freeform: Shape 86">
              <a:extLst>
                <a:ext uri="{FF2B5EF4-FFF2-40B4-BE49-F238E27FC236}">
                  <a16:creationId xmlns:a16="http://schemas.microsoft.com/office/drawing/2014/main" id="{A94D467A-0A29-144B-BF48-E0BBF4C44DE3}"/>
                </a:ext>
              </a:extLst>
            </p:cNvPr>
            <p:cNvSpPr/>
            <p:nvPr/>
          </p:nvSpPr>
          <p:spPr>
            <a:xfrm>
              <a:off x="19044501" y="4009589"/>
              <a:ext cx="296999" cy="108000"/>
            </a:xfrm>
            <a:custGeom>
              <a:avLst/>
              <a:gdLst>
                <a:gd name="connsiteX0" fmla="*/ 297000 w 296999"/>
                <a:gd name="connsiteY0" fmla="*/ 0 h 108000"/>
                <a:gd name="connsiteX1" fmla="*/ 0 w 296999"/>
                <a:gd name="connsiteY1" fmla="*/ 0 h 108000"/>
                <a:gd name="connsiteX2" fmla="*/ 0 w 296999"/>
                <a:gd name="connsiteY2" fmla="*/ 108000 h 108000"/>
                <a:gd name="connsiteX3" fmla="*/ 297000 w 296999"/>
                <a:gd name="connsiteY3" fmla="*/ 108000 h 108000"/>
                <a:gd name="connsiteX4" fmla="*/ 270000 w 296999"/>
                <a:gd name="connsiteY4" fmla="*/ 81000 h 108000"/>
                <a:gd name="connsiteX5" fmla="*/ 27000 w 296999"/>
                <a:gd name="connsiteY5" fmla="*/ 81000 h 108000"/>
                <a:gd name="connsiteX6" fmla="*/ 27000 w 296999"/>
                <a:gd name="connsiteY6" fmla="*/ 27000 h 108000"/>
                <a:gd name="connsiteX7" fmla="*/ 270000 w 296999"/>
                <a:gd name="connsiteY7" fmla="*/ 27000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6999" h="108000">
                  <a:moveTo>
                    <a:pt x="297000" y="0"/>
                  </a:moveTo>
                  <a:lnTo>
                    <a:pt x="0" y="0"/>
                  </a:lnTo>
                  <a:lnTo>
                    <a:pt x="0" y="108000"/>
                  </a:lnTo>
                  <a:lnTo>
                    <a:pt x="297000" y="108000"/>
                  </a:lnTo>
                  <a:close/>
                  <a:moveTo>
                    <a:pt x="270000" y="81000"/>
                  </a:moveTo>
                  <a:lnTo>
                    <a:pt x="27000" y="81000"/>
                  </a:lnTo>
                  <a:lnTo>
                    <a:pt x="27000" y="27000"/>
                  </a:lnTo>
                  <a:lnTo>
                    <a:pt x="270000" y="27000"/>
                  </a:lnTo>
                  <a:close/>
                </a:path>
              </a:pathLst>
            </a:custGeom>
            <a:grpFill/>
            <a:ln w="13494" cap="flat">
              <a:solidFill>
                <a:srgbClr val="ACC0C4"/>
              </a:solidFill>
              <a:prstDash val="solid"/>
              <a:miter/>
            </a:ln>
          </p:spPr>
          <p:txBody>
            <a:bodyPr rtlCol="0" anchor="ctr"/>
            <a:lstStyle/>
            <a:p>
              <a:endParaRPr lang="en-GB"/>
            </a:p>
          </p:txBody>
        </p:sp>
        <p:sp>
          <p:nvSpPr>
            <p:cNvPr id="88" name="Freeform: Shape 87">
              <a:extLst>
                <a:ext uri="{FF2B5EF4-FFF2-40B4-BE49-F238E27FC236}">
                  <a16:creationId xmlns:a16="http://schemas.microsoft.com/office/drawing/2014/main" id="{CCFC3870-D0C8-F33D-8001-997C12285CD7}"/>
                </a:ext>
              </a:extLst>
            </p:cNvPr>
            <p:cNvSpPr/>
            <p:nvPr/>
          </p:nvSpPr>
          <p:spPr>
            <a:xfrm>
              <a:off x="18909487" y="3861075"/>
              <a:ext cx="472500" cy="108000"/>
            </a:xfrm>
            <a:custGeom>
              <a:avLst/>
              <a:gdLst>
                <a:gd name="connsiteX0" fmla="*/ 0 w 472500"/>
                <a:gd name="connsiteY0" fmla="*/ 108000 h 108000"/>
                <a:gd name="connsiteX1" fmla="*/ 472500 w 472500"/>
                <a:gd name="connsiteY1" fmla="*/ 108000 h 108000"/>
                <a:gd name="connsiteX2" fmla="*/ 472500 w 472500"/>
                <a:gd name="connsiteY2" fmla="*/ 0 h 108000"/>
                <a:gd name="connsiteX3" fmla="*/ 0 w 472500"/>
                <a:gd name="connsiteY3" fmla="*/ 0 h 108000"/>
                <a:gd name="connsiteX4" fmla="*/ 27000 w 472500"/>
                <a:gd name="connsiteY4" fmla="*/ 27000 h 108000"/>
                <a:gd name="connsiteX5" fmla="*/ 445500 w 472500"/>
                <a:gd name="connsiteY5" fmla="*/ 27000 h 108000"/>
                <a:gd name="connsiteX6" fmla="*/ 445500 w 472500"/>
                <a:gd name="connsiteY6" fmla="*/ 81000 h 108000"/>
                <a:gd name="connsiteX7" fmla="*/ 27000 w 472500"/>
                <a:gd name="connsiteY7" fmla="*/ 81000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2500" h="108000">
                  <a:moveTo>
                    <a:pt x="0" y="108000"/>
                  </a:moveTo>
                  <a:lnTo>
                    <a:pt x="472500" y="108000"/>
                  </a:lnTo>
                  <a:lnTo>
                    <a:pt x="472500" y="0"/>
                  </a:lnTo>
                  <a:lnTo>
                    <a:pt x="0" y="0"/>
                  </a:lnTo>
                  <a:close/>
                  <a:moveTo>
                    <a:pt x="27000" y="27000"/>
                  </a:moveTo>
                  <a:lnTo>
                    <a:pt x="445500" y="27000"/>
                  </a:lnTo>
                  <a:lnTo>
                    <a:pt x="445500" y="81000"/>
                  </a:lnTo>
                  <a:lnTo>
                    <a:pt x="27000" y="81000"/>
                  </a:lnTo>
                  <a:close/>
                </a:path>
              </a:pathLst>
            </a:custGeom>
            <a:grpFill/>
            <a:ln w="13494" cap="flat">
              <a:solidFill>
                <a:srgbClr val="ACC0C4"/>
              </a:solidFill>
              <a:prstDash val="solid"/>
              <a:miter/>
            </a:ln>
          </p:spPr>
          <p:txBody>
            <a:bodyPr rtlCol="0" anchor="ctr"/>
            <a:lstStyle/>
            <a:p>
              <a:endParaRPr lang="en-GB"/>
            </a:p>
          </p:txBody>
        </p:sp>
        <p:sp>
          <p:nvSpPr>
            <p:cNvPr id="89" name="Freeform: Shape 88">
              <a:extLst>
                <a:ext uri="{FF2B5EF4-FFF2-40B4-BE49-F238E27FC236}">
                  <a16:creationId xmlns:a16="http://schemas.microsoft.com/office/drawing/2014/main" id="{7D931C0B-7D84-323B-6268-A21DFF386F44}"/>
                </a:ext>
              </a:extLst>
            </p:cNvPr>
            <p:cNvSpPr/>
            <p:nvPr/>
          </p:nvSpPr>
          <p:spPr>
            <a:xfrm>
              <a:off x="18747474" y="3712534"/>
              <a:ext cx="283499" cy="108000"/>
            </a:xfrm>
            <a:custGeom>
              <a:avLst/>
              <a:gdLst>
                <a:gd name="connsiteX0" fmla="*/ 0 w 283499"/>
                <a:gd name="connsiteY0" fmla="*/ 108000 h 108000"/>
                <a:gd name="connsiteX1" fmla="*/ 283500 w 283499"/>
                <a:gd name="connsiteY1" fmla="*/ 108000 h 108000"/>
                <a:gd name="connsiteX2" fmla="*/ 283500 w 283499"/>
                <a:gd name="connsiteY2" fmla="*/ 0 h 108000"/>
                <a:gd name="connsiteX3" fmla="*/ 0 w 283499"/>
                <a:gd name="connsiteY3" fmla="*/ 0 h 108000"/>
                <a:gd name="connsiteX4" fmla="*/ 27000 w 283499"/>
                <a:gd name="connsiteY4" fmla="*/ 27000 h 108000"/>
                <a:gd name="connsiteX5" fmla="*/ 256500 w 283499"/>
                <a:gd name="connsiteY5" fmla="*/ 27000 h 108000"/>
                <a:gd name="connsiteX6" fmla="*/ 256500 w 283499"/>
                <a:gd name="connsiteY6" fmla="*/ 81000 h 108000"/>
                <a:gd name="connsiteX7" fmla="*/ 27000 w 283499"/>
                <a:gd name="connsiteY7" fmla="*/ 81000 h 1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499" h="108000">
                  <a:moveTo>
                    <a:pt x="0" y="108000"/>
                  </a:moveTo>
                  <a:lnTo>
                    <a:pt x="283500" y="108000"/>
                  </a:lnTo>
                  <a:lnTo>
                    <a:pt x="283500" y="0"/>
                  </a:lnTo>
                  <a:lnTo>
                    <a:pt x="0" y="0"/>
                  </a:lnTo>
                  <a:close/>
                  <a:moveTo>
                    <a:pt x="27000" y="27000"/>
                  </a:moveTo>
                  <a:lnTo>
                    <a:pt x="256500" y="27000"/>
                  </a:lnTo>
                  <a:lnTo>
                    <a:pt x="256500" y="81000"/>
                  </a:lnTo>
                  <a:lnTo>
                    <a:pt x="27000" y="81000"/>
                  </a:lnTo>
                  <a:close/>
                </a:path>
              </a:pathLst>
            </a:custGeom>
            <a:grpFill/>
            <a:ln w="13494" cap="flat">
              <a:solidFill>
                <a:srgbClr val="ACC0C4"/>
              </a:solidFill>
              <a:prstDash val="solid"/>
              <a:miter/>
            </a:ln>
          </p:spPr>
          <p:txBody>
            <a:bodyPr rtlCol="0" anchor="ctr"/>
            <a:lstStyle/>
            <a:p>
              <a:endParaRPr lang="en-GB"/>
            </a:p>
          </p:txBody>
        </p:sp>
      </p:grpSp>
      <p:sp>
        <p:nvSpPr>
          <p:cNvPr id="19" name="Text Placeholder 23">
            <a:extLst>
              <a:ext uri="{FF2B5EF4-FFF2-40B4-BE49-F238E27FC236}">
                <a16:creationId xmlns:a16="http://schemas.microsoft.com/office/drawing/2014/main" id="{9BC5D708-9094-9156-E55A-61DAA514CE03}"/>
              </a:ext>
            </a:extLst>
          </p:cNvPr>
          <p:cNvSpPr txBox="1">
            <a:spLocks/>
          </p:cNvSpPr>
          <p:nvPr/>
        </p:nvSpPr>
        <p:spPr>
          <a:xfrm>
            <a:off x="2297238" y="10020300"/>
            <a:ext cx="3786027" cy="558374"/>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2000" dirty="0"/>
              <a:t>Submissions Sent</a:t>
            </a:r>
          </a:p>
        </p:txBody>
      </p:sp>
      <p:grpSp>
        <p:nvGrpSpPr>
          <p:cNvPr id="67" name="Group 66">
            <a:extLst>
              <a:ext uri="{FF2B5EF4-FFF2-40B4-BE49-F238E27FC236}">
                <a16:creationId xmlns:a16="http://schemas.microsoft.com/office/drawing/2014/main" id="{A570B20D-6164-2E32-1501-73568F15D7BE}"/>
              </a:ext>
            </a:extLst>
          </p:cNvPr>
          <p:cNvGrpSpPr/>
          <p:nvPr/>
        </p:nvGrpSpPr>
        <p:grpSpPr>
          <a:xfrm>
            <a:off x="2297239" y="7979793"/>
            <a:ext cx="816075" cy="1053000"/>
            <a:chOff x="2515226" y="7174097"/>
            <a:chExt cx="816075" cy="1053000"/>
          </a:xfrm>
          <a:solidFill>
            <a:srgbClr val="ACC0C4"/>
          </a:solidFill>
        </p:grpSpPr>
        <p:sp>
          <p:nvSpPr>
            <p:cNvPr id="29" name="Freeform: Shape 28">
              <a:extLst>
                <a:ext uri="{FF2B5EF4-FFF2-40B4-BE49-F238E27FC236}">
                  <a16:creationId xmlns:a16="http://schemas.microsoft.com/office/drawing/2014/main" id="{5210399B-6D05-966A-F6F0-3CB8C726B659}"/>
                </a:ext>
              </a:extLst>
            </p:cNvPr>
            <p:cNvSpPr/>
            <p:nvPr/>
          </p:nvSpPr>
          <p:spPr>
            <a:xfrm>
              <a:off x="2515226" y="7174097"/>
              <a:ext cx="816075" cy="1053000"/>
            </a:xfrm>
            <a:custGeom>
              <a:avLst/>
              <a:gdLst>
                <a:gd name="connsiteX0" fmla="*/ 78975 w 816075"/>
                <a:gd name="connsiteY0" fmla="*/ 974025 h 1053000"/>
                <a:gd name="connsiteX1" fmla="*/ 78975 w 816075"/>
                <a:gd name="connsiteY1" fmla="*/ 78975 h 1053000"/>
                <a:gd name="connsiteX2" fmla="*/ 408038 w 816075"/>
                <a:gd name="connsiteY2" fmla="*/ 78975 h 1053000"/>
                <a:gd name="connsiteX3" fmla="*/ 408038 w 816075"/>
                <a:gd name="connsiteY3" fmla="*/ 355388 h 1053000"/>
                <a:gd name="connsiteX4" fmla="*/ 737100 w 816075"/>
                <a:gd name="connsiteY4" fmla="*/ 355388 h 1053000"/>
                <a:gd name="connsiteX5" fmla="*/ 737100 w 816075"/>
                <a:gd name="connsiteY5" fmla="*/ 974025 h 1053000"/>
                <a:gd name="connsiteX6" fmla="*/ 78975 w 816075"/>
                <a:gd name="connsiteY6" fmla="*/ 974025 h 1053000"/>
                <a:gd name="connsiteX7" fmla="*/ 487013 w 816075"/>
                <a:gd name="connsiteY7" fmla="*/ 111881 h 1053000"/>
                <a:gd name="connsiteX8" fmla="*/ 651544 w 816075"/>
                <a:gd name="connsiteY8" fmla="*/ 276413 h 1053000"/>
                <a:gd name="connsiteX9" fmla="*/ 487013 w 816075"/>
                <a:gd name="connsiteY9" fmla="*/ 276413 h 1053000"/>
                <a:gd name="connsiteX10" fmla="*/ 487013 w 816075"/>
                <a:gd name="connsiteY10" fmla="*/ 111881 h 1053000"/>
                <a:gd name="connsiteX11" fmla="*/ 487013 w 816075"/>
                <a:gd name="connsiteY11" fmla="*/ 0 h 1053000"/>
                <a:gd name="connsiteX12" fmla="*/ 0 w 816075"/>
                <a:gd name="connsiteY12" fmla="*/ 0 h 1053000"/>
                <a:gd name="connsiteX13" fmla="*/ 0 w 816075"/>
                <a:gd name="connsiteY13" fmla="*/ 1053000 h 1053000"/>
                <a:gd name="connsiteX14" fmla="*/ 816075 w 816075"/>
                <a:gd name="connsiteY14" fmla="*/ 1053000 h 1053000"/>
                <a:gd name="connsiteX15" fmla="*/ 816075 w 816075"/>
                <a:gd name="connsiteY15" fmla="*/ 289575 h 1053000"/>
                <a:gd name="connsiteX16" fmla="*/ 487013 w 816075"/>
                <a:gd name="connsiteY16" fmla="*/ 0 h 105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16075" h="1053000">
                  <a:moveTo>
                    <a:pt x="78975" y="974025"/>
                  </a:moveTo>
                  <a:lnTo>
                    <a:pt x="78975" y="78975"/>
                  </a:lnTo>
                  <a:lnTo>
                    <a:pt x="408038" y="78975"/>
                  </a:lnTo>
                  <a:lnTo>
                    <a:pt x="408038" y="355388"/>
                  </a:lnTo>
                  <a:lnTo>
                    <a:pt x="737100" y="355388"/>
                  </a:lnTo>
                  <a:lnTo>
                    <a:pt x="737100" y="974025"/>
                  </a:lnTo>
                  <a:lnTo>
                    <a:pt x="78975" y="974025"/>
                  </a:lnTo>
                  <a:close/>
                  <a:moveTo>
                    <a:pt x="487013" y="111881"/>
                  </a:moveTo>
                  <a:lnTo>
                    <a:pt x="651544" y="276413"/>
                  </a:lnTo>
                  <a:lnTo>
                    <a:pt x="487013" y="276413"/>
                  </a:lnTo>
                  <a:lnTo>
                    <a:pt x="487013" y="111881"/>
                  </a:lnTo>
                  <a:close/>
                  <a:moveTo>
                    <a:pt x="487013" y="0"/>
                  </a:moveTo>
                  <a:lnTo>
                    <a:pt x="0" y="0"/>
                  </a:lnTo>
                  <a:lnTo>
                    <a:pt x="0" y="1053000"/>
                  </a:lnTo>
                  <a:lnTo>
                    <a:pt x="816075" y="1053000"/>
                  </a:lnTo>
                  <a:lnTo>
                    <a:pt x="816075" y="289575"/>
                  </a:lnTo>
                  <a:lnTo>
                    <a:pt x="487013" y="0"/>
                  </a:lnTo>
                  <a:close/>
                </a:path>
              </a:pathLst>
            </a:custGeom>
            <a:grpFill/>
            <a:ln w="13097"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A7EB380C-ABA6-72D4-DCCE-7072ABAE5D69}"/>
                </a:ext>
              </a:extLst>
            </p:cNvPr>
            <p:cNvSpPr/>
            <p:nvPr/>
          </p:nvSpPr>
          <p:spPr>
            <a:xfrm>
              <a:off x="2673176" y="7661109"/>
              <a:ext cx="500175" cy="52650"/>
            </a:xfrm>
            <a:custGeom>
              <a:avLst/>
              <a:gdLst>
                <a:gd name="connsiteX0" fmla="*/ 0 w 500175"/>
                <a:gd name="connsiteY0" fmla="*/ 0 h 52650"/>
                <a:gd name="connsiteX1" fmla="*/ 500175 w 500175"/>
                <a:gd name="connsiteY1" fmla="*/ 0 h 52650"/>
                <a:gd name="connsiteX2" fmla="*/ 500175 w 500175"/>
                <a:gd name="connsiteY2" fmla="*/ 52650 h 52650"/>
                <a:gd name="connsiteX3" fmla="*/ 0 w 500175"/>
                <a:gd name="connsiteY3" fmla="*/ 52650 h 52650"/>
              </a:gdLst>
              <a:ahLst/>
              <a:cxnLst>
                <a:cxn ang="0">
                  <a:pos x="connsiteX0" y="connsiteY0"/>
                </a:cxn>
                <a:cxn ang="0">
                  <a:pos x="connsiteX1" y="connsiteY1"/>
                </a:cxn>
                <a:cxn ang="0">
                  <a:pos x="connsiteX2" y="connsiteY2"/>
                </a:cxn>
                <a:cxn ang="0">
                  <a:pos x="connsiteX3" y="connsiteY3"/>
                </a:cxn>
              </a:cxnLst>
              <a:rect l="l" t="t" r="r" b="b"/>
              <a:pathLst>
                <a:path w="500175" h="52650">
                  <a:moveTo>
                    <a:pt x="0" y="0"/>
                  </a:moveTo>
                  <a:lnTo>
                    <a:pt x="500175" y="0"/>
                  </a:lnTo>
                  <a:lnTo>
                    <a:pt x="500175" y="52650"/>
                  </a:lnTo>
                  <a:lnTo>
                    <a:pt x="0" y="52650"/>
                  </a:lnTo>
                  <a:close/>
                </a:path>
              </a:pathLst>
            </a:custGeom>
            <a:grpFill/>
            <a:ln w="13097"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1B933839-6B4C-EAE2-DB23-DCA6919484FE}"/>
                </a:ext>
              </a:extLst>
            </p:cNvPr>
            <p:cNvSpPr/>
            <p:nvPr/>
          </p:nvSpPr>
          <p:spPr>
            <a:xfrm>
              <a:off x="2673176" y="7555809"/>
              <a:ext cx="171112" cy="52650"/>
            </a:xfrm>
            <a:custGeom>
              <a:avLst/>
              <a:gdLst>
                <a:gd name="connsiteX0" fmla="*/ 0 w 171112"/>
                <a:gd name="connsiteY0" fmla="*/ 0 h 52650"/>
                <a:gd name="connsiteX1" fmla="*/ 171113 w 171112"/>
                <a:gd name="connsiteY1" fmla="*/ 0 h 52650"/>
                <a:gd name="connsiteX2" fmla="*/ 171113 w 171112"/>
                <a:gd name="connsiteY2" fmla="*/ 52650 h 52650"/>
                <a:gd name="connsiteX3" fmla="*/ 0 w 171112"/>
                <a:gd name="connsiteY3" fmla="*/ 52650 h 52650"/>
              </a:gdLst>
              <a:ahLst/>
              <a:cxnLst>
                <a:cxn ang="0">
                  <a:pos x="connsiteX0" y="connsiteY0"/>
                </a:cxn>
                <a:cxn ang="0">
                  <a:pos x="connsiteX1" y="connsiteY1"/>
                </a:cxn>
                <a:cxn ang="0">
                  <a:pos x="connsiteX2" y="connsiteY2"/>
                </a:cxn>
                <a:cxn ang="0">
                  <a:pos x="connsiteX3" y="connsiteY3"/>
                </a:cxn>
              </a:cxnLst>
              <a:rect l="l" t="t" r="r" b="b"/>
              <a:pathLst>
                <a:path w="171112" h="52650">
                  <a:moveTo>
                    <a:pt x="0" y="0"/>
                  </a:moveTo>
                  <a:lnTo>
                    <a:pt x="171113" y="0"/>
                  </a:lnTo>
                  <a:lnTo>
                    <a:pt x="171113" y="52650"/>
                  </a:lnTo>
                  <a:lnTo>
                    <a:pt x="0" y="52650"/>
                  </a:lnTo>
                  <a:close/>
                </a:path>
              </a:pathLst>
            </a:custGeom>
            <a:grpFill/>
            <a:ln w="13097" cap="flat">
              <a:noFill/>
              <a:prstDash val="solid"/>
              <a:miter/>
            </a:ln>
          </p:spPr>
          <p:txBody>
            <a:bodyPr rtlCol="0" anchor="ctr"/>
            <a:lstStyle/>
            <a:p>
              <a:endParaRPr lang="en-GB"/>
            </a:p>
          </p:txBody>
        </p:sp>
        <p:sp>
          <p:nvSpPr>
            <p:cNvPr id="64" name="Freeform: Shape 63">
              <a:extLst>
                <a:ext uri="{FF2B5EF4-FFF2-40B4-BE49-F238E27FC236}">
                  <a16:creationId xmlns:a16="http://schemas.microsoft.com/office/drawing/2014/main" id="{E6E7DC3D-3749-2B70-157D-C2BE9D5D5C81}"/>
                </a:ext>
              </a:extLst>
            </p:cNvPr>
            <p:cNvSpPr/>
            <p:nvPr/>
          </p:nvSpPr>
          <p:spPr>
            <a:xfrm>
              <a:off x="2673176" y="7766409"/>
              <a:ext cx="500175" cy="52650"/>
            </a:xfrm>
            <a:custGeom>
              <a:avLst/>
              <a:gdLst>
                <a:gd name="connsiteX0" fmla="*/ 0 w 500175"/>
                <a:gd name="connsiteY0" fmla="*/ 0 h 52650"/>
                <a:gd name="connsiteX1" fmla="*/ 500175 w 500175"/>
                <a:gd name="connsiteY1" fmla="*/ 0 h 52650"/>
                <a:gd name="connsiteX2" fmla="*/ 500175 w 500175"/>
                <a:gd name="connsiteY2" fmla="*/ 52650 h 52650"/>
                <a:gd name="connsiteX3" fmla="*/ 0 w 500175"/>
                <a:gd name="connsiteY3" fmla="*/ 52650 h 52650"/>
              </a:gdLst>
              <a:ahLst/>
              <a:cxnLst>
                <a:cxn ang="0">
                  <a:pos x="connsiteX0" y="connsiteY0"/>
                </a:cxn>
                <a:cxn ang="0">
                  <a:pos x="connsiteX1" y="connsiteY1"/>
                </a:cxn>
                <a:cxn ang="0">
                  <a:pos x="connsiteX2" y="connsiteY2"/>
                </a:cxn>
                <a:cxn ang="0">
                  <a:pos x="connsiteX3" y="connsiteY3"/>
                </a:cxn>
              </a:cxnLst>
              <a:rect l="l" t="t" r="r" b="b"/>
              <a:pathLst>
                <a:path w="500175" h="52650">
                  <a:moveTo>
                    <a:pt x="0" y="0"/>
                  </a:moveTo>
                  <a:lnTo>
                    <a:pt x="500175" y="0"/>
                  </a:lnTo>
                  <a:lnTo>
                    <a:pt x="500175" y="52650"/>
                  </a:lnTo>
                  <a:lnTo>
                    <a:pt x="0" y="52650"/>
                  </a:lnTo>
                  <a:close/>
                </a:path>
              </a:pathLst>
            </a:custGeom>
            <a:grpFill/>
            <a:ln w="13097" cap="flat">
              <a:noFill/>
              <a:prstDash val="solid"/>
              <a:miter/>
            </a:ln>
          </p:spPr>
          <p:txBody>
            <a:bodyPr rtlCol="0" anchor="ctr"/>
            <a:lstStyle/>
            <a:p>
              <a:endParaRPr lang="en-GB"/>
            </a:p>
          </p:txBody>
        </p:sp>
        <p:sp>
          <p:nvSpPr>
            <p:cNvPr id="65" name="Freeform: Shape 64">
              <a:extLst>
                <a:ext uri="{FF2B5EF4-FFF2-40B4-BE49-F238E27FC236}">
                  <a16:creationId xmlns:a16="http://schemas.microsoft.com/office/drawing/2014/main" id="{65B9EFB1-0981-5CA2-AC9B-B4AF81926C49}"/>
                </a:ext>
              </a:extLst>
            </p:cNvPr>
            <p:cNvSpPr/>
            <p:nvPr/>
          </p:nvSpPr>
          <p:spPr>
            <a:xfrm>
              <a:off x="2673176" y="7871709"/>
              <a:ext cx="500175" cy="52650"/>
            </a:xfrm>
            <a:custGeom>
              <a:avLst/>
              <a:gdLst>
                <a:gd name="connsiteX0" fmla="*/ 0 w 500175"/>
                <a:gd name="connsiteY0" fmla="*/ 0 h 52650"/>
                <a:gd name="connsiteX1" fmla="*/ 500175 w 500175"/>
                <a:gd name="connsiteY1" fmla="*/ 0 h 52650"/>
                <a:gd name="connsiteX2" fmla="*/ 500175 w 500175"/>
                <a:gd name="connsiteY2" fmla="*/ 52650 h 52650"/>
                <a:gd name="connsiteX3" fmla="*/ 0 w 500175"/>
                <a:gd name="connsiteY3" fmla="*/ 52650 h 52650"/>
              </a:gdLst>
              <a:ahLst/>
              <a:cxnLst>
                <a:cxn ang="0">
                  <a:pos x="connsiteX0" y="connsiteY0"/>
                </a:cxn>
                <a:cxn ang="0">
                  <a:pos x="connsiteX1" y="connsiteY1"/>
                </a:cxn>
                <a:cxn ang="0">
                  <a:pos x="connsiteX2" y="connsiteY2"/>
                </a:cxn>
                <a:cxn ang="0">
                  <a:pos x="connsiteX3" y="connsiteY3"/>
                </a:cxn>
              </a:cxnLst>
              <a:rect l="l" t="t" r="r" b="b"/>
              <a:pathLst>
                <a:path w="500175" h="52650">
                  <a:moveTo>
                    <a:pt x="0" y="0"/>
                  </a:moveTo>
                  <a:lnTo>
                    <a:pt x="500175" y="0"/>
                  </a:lnTo>
                  <a:lnTo>
                    <a:pt x="500175" y="52650"/>
                  </a:lnTo>
                  <a:lnTo>
                    <a:pt x="0" y="52650"/>
                  </a:lnTo>
                  <a:close/>
                </a:path>
              </a:pathLst>
            </a:custGeom>
            <a:grpFill/>
            <a:ln w="13097" cap="flat">
              <a:noFill/>
              <a:prstDash val="solid"/>
              <a:miter/>
            </a:ln>
          </p:spPr>
          <p:txBody>
            <a:bodyPr rtlCol="0" anchor="ctr"/>
            <a:lstStyle/>
            <a:p>
              <a:endParaRPr lang="en-GB"/>
            </a:p>
          </p:txBody>
        </p:sp>
        <p:sp>
          <p:nvSpPr>
            <p:cNvPr id="66" name="Freeform: Shape 65">
              <a:extLst>
                <a:ext uri="{FF2B5EF4-FFF2-40B4-BE49-F238E27FC236}">
                  <a16:creationId xmlns:a16="http://schemas.microsoft.com/office/drawing/2014/main" id="{FC12D76D-424F-45FF-6BC9-5C9CE8438A69}"/>
                </a:ext>
              </a:extLst>
            </p:cNvPr>
            <p:cNvSpPr/>
            <p:nvPr/>
          </p:nvSpPr>
          <p:spPr>
            <a:xfrm>
              <a:off x="2673176" y="7977009"/>
              <a:ext cx="500175" cy="52650"/>
            </a:xfrm>
            <a:custGeom>
              <a:avLst/>
              <a:gdLst>
                <a:gd name="connsiteX0" fmla="*/ 0 w 500175"/>
                <a:gd name="connsiteY0" fmla="*/ 0 h 52650"/>
                <a:gd name="connsiteX1" fmla="*/ 500175 w 500175"/>
                <a:gd name="connsiteY1" fmla="*/ 0 h 52650"/>
                <a:gd name="connsiteX2" fmla="*/ 500175 w 500175"/>
                <a:gd name="connsiteY2" fmla="*/ 52650 h 52650"/>
                <a:gd name="connsiteX3" fmla="*/ 0 w 500175"/>
                <a:gd name="connsiteY3" fmla="*/ 52650 h 52650"/>
              </a:gdLst>
              <a:ahLst/>
              <a:cxnLst>
                <a:cxn ang="0">
                  <a:pos x="connsiteX0" y="connsiteY0"/>
                </a:cxn>
                <a:cxn ang="0">
                  <a:pos x="connsiteX1" y="connsiteY1"/>
                </a:cxn>
                <a:cxn ang="0">
                  <a:pos x="connsiteX2" y="connsiteY2"/>
                </a:cxn>
                <a:cxn ang="0">
                  <a:pos x="connsiteX3" y="connsiteY3"/>
                </a:cxn>
              </a:cxnLst>
              <a:rect l="l" t="t" r="r" b="b"/>
              <a:pathLst>
                <a:path w="500175" h="52650">
                  <a:moveTo>
                    <a:pt x="0" y="0"/>
                  </a:moveTo>
                  <a:lnTo>
                    <a:pt x="500175" y="0"/>
                  </a:lnTo>
                  <a:lnTo>
                    <a:pt x="500175" y="52650"/>
                  </a:lnTo>
                  <a:lnTo>
                    <a:pt x="0" y="52650"/>
                  </a:lnTo>
                  <a:close/>
                </a:path>
              </a:pathLst>
            </a:custGeom>
            <a:grpFill/>
            <a:ln w="13097" cap="flat">
              <a:noFill/>
              <a:prstDash val="solid"/>
              <a:miter/>
            </a:ln>
          </p:spPr>
          <p:txBody>
            <a:bodyPr rtlCol="0" anchor="ctr"/>
            <a:lstStyle/>
            <a:p>
              <a:endParaRPr lang="en-GB"/>
            </a:p>
          </p:txBody>
        </p:sp>
      </p:grpSp>
      <p:sp>
        <p:nvSpPr>
          <p:cNvPr id="21" name="Text Placeholder 23">
            <a:extLst>
              <a:ext uri="{FF2B5EF4-FFF2-40B4-BE49-F238E27FC236}">
                <a16:creationId xmlns:a16="http://schemas.microsoft.com/office/drawing/2014/main" id="{F10F7E45-8433-14B2-0090-CED1E2CFA802}"/>
              </a:ext>
            </a:extLst>
          </p:cNvPr>
          <p:cNvSpPr txBox="1">
            <a:spLocks/>
          </p:cNvSpPr>
          <p:nvPr/>
        </p:nvSpPr>
        <p:spPr>
          <a:xfrm>
            <a:off x="6532389" y="10020300"/>
            <a:ext cx="3786027" cy="558374"/>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2000" dirty="0"/>
              <a:t>Quotes Received</a:t>
            </a:r>
          </a:p>
        </p:txBody>
      </p:sp>
      <p:grpSp>
        <p:nvGrpSpPr>
          <p:cNvPr id="75" name="Graphic 73" descr="Books on shelf outline">
            <a:extLst>
              <a:ext uri="{FF2B5EF4-FFF2-40B4-BE49-F238E27FC236}">
                <a16:creationId xmlns:a16="http://schemas.microsoft.com/office/drawing/2014/main" id="{51CA7C0B-BAC0-B63A-914A-F52A32CE13D0}"/>
              </a:ext>
            </a:extLst>
          </p:cNvPr>
          <p:cNvGrpSpPr/>
          <p:nvPr/>
        </p:nvGrpSpPr>
        <p:grpSpPr>
          <a:xfrm>
            <a:off x="6795415" y="3646718"/>
            <a:ext cx="895050" cy="895050"/>
            <a:chOff x="7802375" y="3603315"/>
            <a:chExt cx="895050" cy="895050"/>
          </a:xfrm>
          <a:solidFill>
            <a:srgbClr val="ACC0C4"/>
          </a:solidFill>
        </p:grpSpPr>
        <p:sp>
          <p:nvSpPr>
            <p:cNvPr id="76" name="Freeform: Shape 75">
              <a:extLst>
                <a:ext uri="{FF2B5EF4-FFF2-40B4-BE49-F238E27FC236}">
                  <a16:creationId xmlns:a16="http://schemas.microsoft.com/office/drawing/2014/main" id="{7E0F080B-DBC2-DEF4-78F5-32DE93DFDC6B}"/>
                </a:ext>
              </a:extLst>
            </p:cNvPr>
            <p:cNvSpPr/>
            <p:nvPr/>
          </p:nvSpPr>
          <p:spPr>
            <a:xfrm>
              <a:off x="7802375" y="3603315"/>
              <a:ext cx="895050" cy="895050"/>
            </a:xfrm>
            <a:custGeom>
              <a:avLst/>
              <a:gdLst>
                <a:gd name="connsiteX0" fmla="*/ 881888 w 895050"/>
                <a:gd name="connsiteY0" fmla="*/ 802913 h 895050"/>
                <a:gd name="connsiteX1" fmla="*/ 881888 w 895050"/>
                <a:gd name="connsiteY1" fmla="*/ 52650 h 895050"/>
                <a:gd name="connsiteX2" fmla="*/ 605475 w 895050"/>
                <a:gd name="connsiteY2" fmla="*/ 52650 h 895050"/>
                <a:gd name="connsiteX3" fmla="*/ 605475 w 895050"/>
                <a:gd name="connsiteY3" fmla="*/ 236925 h 895050"/>
                <a:gd name="connsiteX4" fmla="*/ 394875 w 895050"/>
                <a:gd name="connsiteY4" fmla="*/ 236925 h 895050"/>
                <a:gd name="connsiteX5" fmla="*/ 394875 w 895050"/>
                <a:gd name="connsiteY5" fmla="*/ 78975 h 895050"/>
                <a:gd name="connsiteX6" fmla="*/ 171113 w 895050"/>
                <a:gd name="connsiteY6" fmla="*/ 78975 h 895050"/>
                <a:gd name="connsiteX7" fmla="*/ 171113 w 895050"/>
                <a:gd name="connsiteY7" fmla="*/ 0 h 895050"/>
                <a:gd name="connsiteX8" fmla="*/ 13163 w 895050"/>
                <a:gd name="connsiteY8" fmla="*/ 0 h 895050"/>
                <a:gd name="connsiteX9" fmla="*/ 13163 w 895050"/>
                <a:gd name="connsiteY9" fmla="*/ 802913 h 895050"/>
                <a:gd name="connsiteX10" fmla="*/ 0 w 895050"/>
                <a:gd name="connsiteY10" fmla="*/ 802913 h 895050"/>
                <a:gd name="connsiteX11" fmla="*/ 0 w 895050"/>
                <a:gd name="connsiteY11" fmla="*/ 895050 h 895050"/>
                <a:gd name="connsiteX12" fmla="*/ 895050 w 895050"/>
                <a:gd name="connsiteY12" fmla="*/ 895050 h 895050"/>
                <a:gd name="connsiteX13" fmla="*/ 895050 w 895050"/>
                <a:gd name="connsiteY13" fmla="*/ 802913 h 895050"/>
                <a:gd name="connsiteX14" fmla="*/ 631800 w 895050"/>
                <a:gd name="connsiteY14" fmla="*/ 78975 h 895050"/>
                <a:gd name="connsiteX15" fmla="*/ 855563 w 895050"/>
                <a:gd name="connsiteY15" fmla="*/ 78975 h 895050"/>
                <a:gd name="connsiteX16" fmla="*/ 855563 w 895050"/>
                <a:gd name="connsiteY16" fmla="*/ 171113 h 895050"/>
                <a:gd name="connsiteX17" fmla="*/ 631800 w 895050"/>
                <a:gd name="connsiteY17" fmla="*/ 171113 h 895050"/>
                <a:gd name="connsiteX18" fmla="*/ 631800 w 895050"/>
                <a:gd name="connsiteY18" fmla="*/ 236925 h 895050"/>
                <a:gd name="connsiteX19" fmla="*/ 631800 w 895050"/>
                <a:gd name="connsiteY19" fmla="*/ 197438 h 895050"/>
                <a:gd name="connsiteX20" fmla="*/ 855563 w 895050"/>
                <a:gd name="connsiteY20" fmla="*/ 197438 h 895050"/>
                <a:gd name="connsiteX21" fmla="*/ 855563 w 895050"/>
                <a:gd name="connsiteY21" fmla="*/ 644963 h 895050"/>
                <a:gd name="connsiteX22" fmla="*/ 631800 w 895050"/>
                <a:gd name="connsiteY22" fmla="*/ 644963 h 895050"/>
                <a:gd name="connsiteX23" fmla="*/ 855563 w 895050"/>
                <a:gd name="connsiteY23" fmla="*/ 671288 h 895050"/>
                <a:gd name="connsiteX24" fmla="*/ 855563 w 895050"/>
                <a:gd name="connsiteY24" fmla="*/ 802913 h 895050"/>
                <a:gd name="connsiteX25" fmla="*/ 631800 w 895050"/>
                <a:gd name="connsiteY25" fmla="*/ 802913 h 895050"/>
                <a:gd name="connsiteX26" fmla="*/ 631800 w 895050"/>
                <a:gd name="connsiteY26" fmla="*/ 671288 h 895050"/>
                <a:gd name="connsiteX27" fmla="*/ 605475 w 895050"/>
                <a:gd name="connsiteY27" fmla="*/ 263250 h 895050"/>
                <a:gd name="connsiteX28" fmla="*/ 605475 w 895050"/>
                <a:gd name="connsiteY28" fmla="*/ 802913 h 895050"/>
                <a:gd name="connsiteX29" fmla="*/ 394875 w 895050"/>
                <a:gd name="connsiteY29" fmla="*/ 802913 h 895050"/>
                <a:gd name="connsiteX30" fmla="*/ 394875 w 895050"/>
                <a:gd name="connsiteY30" fmla="*/ 263250 h 895050"/>
                <a:gd name="connsiteX31" fmla="*/ 368550 w 895050"/>
                <a:gd name="connsiteY31" fmla="*/ 105300 h 895050"/>
                <a:gd name="connsiteX32" fmla="*/ 368550 w 895050"/>
                <a:gd name="connsiteY32" fmla="*/ 802913 h 895050"/>
                <a:gd name="connsiteX33" fmla="*/ 171113 w 895050"/>
                <a:gd name="connsiteY33" fmla="*/ 802913 h 895050"/>
                <a:gd name="connsiteX34" fmla="*/ 171113 w 895050"/>
                <a:gd name="connsiteY34" fmla="*/ 105300 h 895050"/>
                <a:gd name="connsiteX35" fmla="*/ 39488 w 895050"/>
                <a:gd name="connsiteY35" fmla="*/ 26325 h 895050"/>
                <a:gd name="connsiteX36" fmla="*/ 144788 w 895050"/>
                <a:gd name="connsiteY36" fmla="*/ 26325 h 895050"/>
                <a:gd name="connsiteX37" fmla="*/ 144788 w 895050"/>
                <a:gd name="connsiteY37" fmla="*/ 802913 h 895050"/>
                <a:gd name="connsiteX38" fmla="*/ 39488 w 895050"/>
                <a:gd name="connsiteY38" fmla="*/ 802913 h 895050"/>
                <a:gd name="connsiteX39" fmla="*/ 868725 w 895050"/>
                <a:gd name="connsiteY39" fmla="*/ 868725 h 895050"/>
                <a:gd name="connsiteX40" fmla="*/ 26325 w 895050"/>
                <a:gd name="connsiteY40" fmla="*/ 868725 h 895050"/>
                <a:gd name="connsiteX41" fmla="*/ 26325 w 895050"/>
                <a:gd name="connsiteY41" fmla="*/ 829238 h 895050"/>
                <a:gd name="connsiteX42" fmla="*/ 868725 w 895050"/>
                <a:gd name="connsiteY42" fmla="*/ 829238 h 895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95050" h="895050">
                  <a:moveTo>
                    <a:pt x="881888" y="802913"/>
                  </a:moveTo>
                  <a:lnTo>
                    <a:pt x="881888" y="52650"/>
                  </a:lnTo>
                  <a:lnTo>
                    <a:pt x="605475" y="52650"/>
                  </a:lnTo>
                  <a:lnTo>
                    <a:pt x="605475" y="236925"/>
                  </a:lnTo>
                  <a:lnTo>
                    <a:pt x="394875" y="236925"/>
                  </a:lnTo>
                  <a:lnTo>
                    <a:pt x="394875" y="78975"/>
                  </a:lnTo>
                  <a:lnTo>
                    <a:pt x="171113" y="78975"/>
                  </a:lnTo>
                  <a:lnTo>
                    <a:pt x="171113" y="0"/>
                  </a:lnTo>
                  <a:lnTo>
                    <a:pt x="13163" y="0"/>
                  </a:lnTo>
                  <a:lnTo>
                    <a:pt x="13163" y="802913"/>
                  </a:lnTo>
                  <a:lnTo>
                    <a:pt x="0" y="802913"/>
                  </a:lnTo>
                  <a:lnTo>
                    <a:pt x="0" y="895050"/>
                  </a:lnTo>
                  <a:lnTo>
                    <a:pt x="895050" y="895050"/>
                  </a:lnTo>
                  <a:lnTo>
                    <a:pt x="895050" y="802913"/>
                  </a:lnTo>
                  <a:close/>
                  <a:moveTo>
                    <a:pt x="631800" y="78975"/>
                  </a:moveTo>
                  <a:lnTo>
                    <a:pt x="855563" y="78975"/>
                  </a:lnTo>
                  <a:lnTo>
                    <a:pt x="855563" y="171113"/>
                  </a:lnTo>
                  <a:lnTo>
                    <a:pt x="631800" y="171113"/>
                  </a:lnTo>
                  <a:close/>
                  <a:moveTo>
                    <a:pt x="631800" y="236925"/>
                  </a:moveTo>
                  <a:lnTo>
                    <a:pt x="631800" y="197438"/>
                  </a:lnTo>
                  <a:lnTo>
                    <a:pt x="855563" y="197438"/>
                  </a:lnTo>
                  <a:lnTo>
                    <a:pt x="855563" y="644963"/>
                  </a:lnTo>
                  <a:lnTo>
                    <a:pt x="631800" y="644963"/>
                  </a:lnTo>
                  <a:close/>
                  <a:moveTo>
                    <a:pt x="855563" y="671288"/>
                  </a:moveTo>
                  <a:lnTo>
                    <a:pt x="855563" y="802913"/>
                  </a:lnTo>
                  <a:lnTo>
                    <a:pt x="631800" y="802913"/>
                  </a:lnTo>
                  <a:lnTo>
                    <a:pt x="631800" y="671288"/>
                  </a:lnTo>
                  <a:close/>
                  <a:moveTo>
                    <a:pt x="605475" y="263250"/>
                  </a:moveTo>
                  <a:lnTo>
                    <a:pt x="605475" y="802913"/>
                  </a:lnTo>
                  <a:lnTo>
                    <a:pt x="394875" y="802913"/>
                  </a:lnTo>
                  <a:lnTo>
                    <a:pt x="394875" y="263250"/>
                  </a:lnTo>
                  <a:close/>
                  <a:moveTo>
                    <a:pt x="368550" y="105300"/>
                  </a:moveTo>
                  <a:lnTo>
                    <a:pt x="368550" y="802913"/>
                  </a:lnTo>
                  <a:lnTo>
                    <a:pt x="171113" y="802913"/>
                  </a:lnTo>
                  <a:lnTo>
                    <a:pt x="171113" y="105300"/>
                  </a:lnTo>
                  <a:close/>
                  <a:moveTo>
                    <a:pt x="39488" y="26325"/>
                  </a:moveTo>
                  <a:lnTo>
                    <a:pt x="144788" y="26325"/>
                  </a:lnTo>
                  <a:lnTo>
                    <a:pt x="144788" y="802913"/>
                  </a:lnTo>
                  <a:lnTo>
                    <a:pt x="39488" y="802913"/>
                  </a:lnTo>
                  <a:close/>
                  <a:moveTo>
                    <a:pt x="868725" y="868725"/>
                  </a:moveTo>
                  <a:lnTo>
                    <a:pt x="26325" y="868725"/>
                  </a:lnTo>
                  <a:lnTo>
                    <a:pt x="26325" y="829238"/>
                  </a:lnTo>
                  <a:lnTo>
                    <a:pt x="868725" y="829238"/>
                  </a:lnTo>
                  <a:close/>
                </a:path>
              </a:pathLst>
            </a:custGeom>
            <a:grpFill/>
            <a:ln w="13097" cap="flat">
              <a:solidFill>
                <a:srgbClr val="ACC0C4"/>
              </a:solidFill>
              <a:prstDash val="solid"/>
              <a:miter/>
            </a:ln>
          </p:spPr>
          <p:txBody>
            <a:bodyPr rtlCol="0" anchor="ctr"/>
            <a:lstStyle/>
            <a:p>
              <a:endParaRPr lang="en-GB" dirty="0"/>
            </a:p>
          </p:txBody>
        </p:sp>
        <p:sp>
          <p:nvSpPr>
            <p:cNvPr id="77" name="Freeform: Shape 76">
              <a:extLst>
                <a:ext uri="{FF2B5EF4-FFF2-40B4-BE49-F238E27FC236}">
                  <a16:creationId xmlns:a16="http://schemas.microsoft.com/office/drawing/2014/main" id="{EF77020D-37FA-81CA-B52A-27F99FA8C718}"/>
                </a:ext>
              </a:extLst>
            </p:cNvPr>
            <p:cNvSpPr/>
            <p:nvPr/>
          </p:nvSpPr>
          <p:spPr>
            <a:xfrm>
              <a:off x="8026137" y="3761265"/>
              <a:ext cx="92137" cy="92137"/>
            </a:xfrm>
            <a:custGeom>
              <a:avLst/>
              <a:gdLst>
                <a:gd name="connsiteX0" fmla="*/ 92138 w 92137"/>
                <a:gd name="connsiteY0" fmla="*/ 0 h 92137"/>
                <a:gd name="connsiteX1" fmla="*/ 0 w 92137"/>
                <a:gd name="connsiteY1" fmla="*/ 0 h 92137"/>
                <a:gd name="connsiteX2" fmla="*/ 0 w 92137"/>
                <a:gd name="connsiteY2" fmla="*/ 92138 h 92137"/>
                <a:gd name="connsiteX3" fmla="*/ 92138 w 92137"/>
                <a:gd name="connsiteY3" fmla="*/ 92138 h 92137"/>
                <a:gd name="connsiteX4" fmla="*/ 65813 w 92137"/>
                <a:gd name="connsiteY4" fmla="*/ 65813 h 92137"/>
                <a:gd name="connsiteX5" fmla="*/ 26325 w 92137"/>
                <a:gd name="connsiteY5" fmla="*/ 65813 h 92137"/>
                <a:gd name="connsiteX6" fmla="*/ 26325 w 92137"/>
                <a:gd name="connsiteY6" fmla="*/ 26325 h 92137"/>
                <a:gd name="connsiteX7" fmla="*/ 65813 w 92137"/>
                <a:gd name="connsiteY7" fmla="*/ 26325 h 92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137" h="92137">
                  <a:moveTo>
                    <a:pt x="92138" y="0"/>
                  </a:moveTo>
                  <a:lnTo>
                    <a:pt x="0" y="0"/>
                  </a:lnTo>
                  <a:lnTo>
                    <a:pt x="0" y="92138"/>
                  </a:lnTo>
                  <a:lnTo>
                    <a:pt x="92138" y="92138"/>
                  </a:lnTo>
                  <a:close/>
                  <a:moveTo>
                    <a:pt x="65813" y="65813"/>
                  </a:moveTo>
                  <a:lnTo>
                    <a:pt x="26325" y="65813"/>
                  </a:lnTo>
                  <a:lnTo>
                    <a:pt x="26325" y="26325"/>
                  </a:lnTo>
                  <a:lnTo>
                    <a:pt x="65813" y="26325"/>
                  </a:lnTo>
                  <a:close/>
                </a:path>
              </a:pathLst>
            </a:custGeom>
            <a:grpFill/>
            <a:ln w="13097" cap="flat">
              <a:solidFill>
                <a:srgbClr val="ACC0C4"/>
              </a:solidFill>
              <a:prstDash val="solid"/>
              <a:miter/>
            </a:ln>
          </p:spPr>
          <p:txBody>
            <a:bodyPr rtlCol="0" anchor="ctr"/>
            <a:lstStyle/>
            <a:p>
              <a:endParaRPr lang="en-GB"/>
            </a:p>
          </p:txBody>
        </p:sp>
        <p:sp>
          <p:nvSpPr>
            <p:cNvPr id="78" name="Freeform: Shape 77">
              <a:extLst>
                <a:ext uri="{FF2B5EF4-FFF2-40B4-BE49-F238E27FC236}">
                  <a16:creationId xmlns:a16="http://schemas.microsoft.com/office/drawing/2014/main" id="{4EB42491-1988-5B27-A5D6-D7C5C46D62C7}"/>
                </a:ext>
              </a:extLst>
            </p:cNvPr>
            <p:cNvSpPr/>
            <p:nvPr/>
          </p:nvSpPr>
          <p:spPr>
            <a:xfrm>
              <a:off x="8276225" y="3945540"/>
              <a:ext cx="52650" cy="52650"/>
            </a:xfrm>
            <a:custGeom>
              <a:avLst/>
              <a:gdLst>
                <a:gd name="connsiteX0" fmla="*/ 52650 w 52650"/>
                <a:gd name="connsiteY0" fmla="*/ 26325 h 52650"/>
                <a:gd name="connsiteX1" fmla="*/ 26325 w 52650"/>
                <a:gd name="connsiteY1" fmla="*/ 52650 h 52650"/>
                <a:gd name="connsiteX2" fmla="*/ 0 w 52650"/>
                <a:gd name="connsiteY2" fmla="*/ 26325 h 52650"/>
                <a:gd name="connsiteX3" fmla="*/ 26325 w 52650"/>
                <a:gd name="connsiteY3" fmla="*/ 0 h 52650"/>
                <a:gd name="connsiteX4" fmla="*/ 52650 w 52650"/>
                <a:gd name="connsiteY4" fmla="*/ 26325 h 52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0" h="52650">
                  <a:moveTo>
                    <a:pt x="52650" y="26325"/>
                  </a:moveTo>
                  <a:cubicBezTo>
                    <a:pt x="52650" y="40864"/>
                    <a:pt x="40864" y="52650"/>
                    <a:pt x="26325" y="52650"/>
                  </a:cubicBezTo>
                  <a:cubicBezTo>
                    <a:pt x="11786" y="52650"/>
                    <a:pt x="0" y="40864"/>
                    <a:pt x="0" y="26325"/>
                  </a:cubicBezTo>
                  <a:cubicBezTo>
                    <a:pt x="0" y="11786"/>
                    <a:pt x="11786" y="0"/>
                    <a:pt x="26325" y="0"/>
                  </a:cubicBezTo>
                  <a:cubicBezTo>
                    <a:pt x="40864" y="0"/>
                    <a:pt x="52650" y="11786"/>
                    <a:pt x="52650" y="26325"/>
                  </a:cubicBezTo>
                  <a:close/>
                </a:path>
              </a:pathLst>
            </a:custGeom>
            <a:grpFill/>
            <a:ln w="13097" cap="flat">
              <a:solidFill>
                <a:srgbClr val="ACC0C4"/>
              </a:solidFill>
              <a:prstDash val="solid"/>
              <a:miter/>
            </a:ln>
          </p:spPr>
          <p:txBody>
            <a:bodyPr rtlCol="0" anchor="ctr"/>
            <a:lstStyle/>
            <a:p>
              <a:endParaRPr lang="en-GB"/>
            </a:p>
          </p:txBody>
        </p:sp>
        <p:sp>
          <p:nvSpPr>
            <p:cNvPr id="79" name="Freeform: Shape 78">
              <a:extLst>
                <a:ext uri="{FF2B5EF4-FFF2-40B4-BE49-F238E27FC236}">
                  <a16:creationId xmlns:a16="http://schemas.microsoft.com/office/drawing/2014/main" id="{A607FB2F-6654-B25D-D3BF-B880451A1CD3}"/>
                </a:ext>
              </a:extLst>
            </p:cNvPr>
            <p:cNvSpPr/>
            <p:nvPr/>
          </p:nvSpPr>
          <p:spPr>
            <a:xfrm>
              <a:off x="8276225" y="4248277"/>
              <a:ext cx="52650" cy="52650"/>
            </a:xfrm>
            <a:custGeom>
              <a:avLst/>
              <a:gdLst>
                <a:gd name="connsiteX0" fmla="*/ 52650 w 52650"/>
                <a:gd name="connsiteY0" fmla="*/ 26325 h 52650"/>
                <a:gd name="connsiteX1" fmla="*/ 26325 w 52650"/>
                <a:gd name="connsiteY1" fmla="*/ 52650 h 52650"/>
                <a:gd name="connsiteX2" fmla="*/ 0 w 52650"/>
                <a:gd name="connsiteY2" fmla="*/ 26325 h 52650"/>
                <a:gd name="connsiteX3" fmla="*/ 26325 w 52650"/>
                <a:gd name="connsiteY3" fmla="*/ 0 h 52650"/>
                <a:gd name="connsiteX4" fmla="*/ 52650 w 52650"/>
                <a:gd name="connsiteY4" fmla="*/ 26325 h 52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650" h="52650">
                  <a:moveTo>
                    <a:pt x="52650" y="26325"/>
                  </a:moveTo>
                  <a:cubicBezTo>
                    <a:pt x="52650" y="40864"/>
                    <a:pt x="40864" y="52650"/>
                    <a:pt x="26325" y="52650"/>
                  </a:cubicBezTo>
                  <a:cubicBezTo>
                    <a:pt x="11786" y="52650"/>
                    <a:pt x="0" y="40864"/>
                    <a:pt x="0" y="26325"/>
                  </a:cubicBezTo>
                  <a:cubicBezTo>
                    <a:pt x="0" y="11786"/>
                    <a:pt x="11786" y="0"/>
                    <a:pt x="26325" y="0"/>
                  </a:cubicBezTo>
                  <a:cubicBezTo>
                    <a:pt x="40864" y="0"/>
                    <a:pt x="52650" y="11786"/>
                    <a:pt x="52650" y="26325"/>
                  </a:cubicBezTo>
                  <a:close/>
                </a:path>
              </a:pathLst>
            </a:custGeom>
            <a:grpFill/>
            <a:ln w="13097" cap="flat">
              <a:solidFill>
                <a:srgbClr val="ACC0C4"/>
              </a:solidFill>
              <a:prstDash val="solid"/>
              <a:miter/>
            </a:ln>
          </p:spPr>
          <p:txBody>
            <a:bodyPr rtlCol="0" anchor="ctr"/>
            <a:lstStyle/>
            <a:p>
              <a:endParaRPr lang="en-GB"/>
            </a:p>
          </p:txBody>
        </p:sp>
      </p:grpSp>
      <p:sp>
        <p:nvSpPr>
          <p:cNvPr id="90" name="TextBox 89">
            <a:extLst>
              <a:ext uri="{FF2B5EF4-FFF2-40B4-BE49-F238E27FC236}">
                <a16:creationId xmlns:a16="http://schemas.microsoft.com/office/drawing/2014/main" id="{988BE869-62EF-C8DD-FBA4-3AEB92984026}"/>
              </a:ext>
            </a:extLst>
          </p:cNvPr>
          <p:cNvSpPr txBox="1"/>
          <p:nvPr/>
        </p:nvSpPr>
        <p:spPr>
          <a:xfrm>
            <a:off x="589417" y="625293"/>
            <a:ext cx="1364343" cy="1422400"/>
          </a:xfrm>
          <a:prstGeom prst="rect">
            <a:avLst/>
          </a:prstGeom>
          <a:noFill/>
        </p:spPr>
        <p:txBody>
          <a:bodyPr wrap="square" lIns="0" tIns="0" rIns="0" bIns="0" rtlCol="0">
            <a:noAutofit/>
          </a:bodyPr>
          <a:lstStyle/>
          <a:p>
            <a:pPr marL="0" algn="l">
              <a:lnSpc>
                <a:spcPct val="117000"/>
              </a:lnSpc>
              <a:spcAft>
                <a:spcPts val="1000"/>
              </a:spcAft>
            </a:pPr>
            <a:r>
              <a:rPr lang="en-GB" sz="8000" b="0" i="0" dirty="0">
                <a:solidFill>
                  <a:srgbClr val="007585"/>
                </a:solidFill>
                <a:latin typeface="Helvetica Now Text Light" panose="020B0404030202020204" pitchFamily="34" charset="0"/>
              </a:rPr>
              <a:t>1</a:t>
            </a:r>
            <a:endParaRPr lang="en-GB" sz="2400" b="0" i="0" dirty="0">
              <a:solidFill>
                <a:srgbClr val="007585"/>
              </a:solidFill>
              <a:latin typeface="Helvetica Now Text Light" panose="020B0404030202020204" pitchFamily="34" charset="0"/>
            </a:endParaRPr>
          </a:p>
        </p:txBody>
      </p:sp>
      <p:sp>
        <p:nvSpPr>
          <p:cNvPr id="3" name="TextBox 2">
            <a:extLst>
              <a:ext uri="{FF2B5EF4-FFF2-40B4-BE49-F238E27FC236}">
                <a16:creationId xmlns:a16="http://schemas.microsoft.com/office/drawing/2014/main" id="{D0116EB6-A3AE-AFC3-6E43-00DFD2CE6B25}"/>
              </a:ext>
            </a:extLst>
          </p:cNvPr>
          <p:cNvSpPr txBox="1"/>
          <p:nvPr/>
        </p:nvSpPr>
        <p:spPr>
          <a:xfrm>
            <a:off x="589417" y="4862285"/>
            <a:ext cx="319314" cy="3991429"/>
          </a:xfrm>
          <a:prstGeom prst="rect">
            <a:avLst/>
          </a:prstGeom>
          <a:noFill/>
        </p:spPr>
        <p:txBody>
          <a:bodyPr vert="vert270" wrap="square" lIns="0" tIns="0" rIns="0" bIns="0" rtlCol="0" anchor="ctr">
            <a:noAutofit/>
          </a:bodyPr>
          <a:lstStyle/>
          <a:p>
            <a:pPr marL="0" algn="ctr">
              <a:lnSpc>
                <a:spcPct val="117000"/>
              </a:lnSpc>
              <a:spcAft>
                <a:spcPts val="1000"/>
              </a:spcAft>
            </a:pPr>
            <a:r>
              <a:rPr lang="en-GB" sz="1050" b="0" i="0" dirty="0">
                <a:solidFill>
                  <a:schemeClr val="bg1">
                    <a:lumMod val="65000"/>
                  </a:schemeClr>
                </a:solidFill>
                <a:latin typeface="Helvetica Now Text" panose="020B0504030202020204" pitchFamily="34" charset="77"/>
              </a:rPr>
              <a:t>Powered by Aon Broker Copilot</a:t>
            </a:r>
          </a:p>
        </p:txBody>
      </p:sp>
      <p:sp>
        <p:nvSpPr>
          <p:cNvPr id="18" name="Text Placeholder 25">
            <a:extLst>
              <a:ext uri="{FF2B5EF4-FFF2-40B4-BE49-F238E27FC236}">
                <a16:creationId xmlns:a16="http://schemas.microsoft.com/office/drawing/2014/main" id="{CCC657D0-68AF-AF89-2831-0F54E3FD0534}"/>
              </a:ext>
            </a:extLst>
          </p:cNvPr>
          <p:cNvSpPr txBox="1">
            <a:spLocks/>
          </p:cNvSpPr>
          <p:nvPr/>
        </p:nvSpPr>
        <p:spPr>
          <a:xfrm>
            <a:off x="19613870" y="5583641"/>
            <a:ext cx="3204000" cy="519068"/>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2000" dirty="0"/>
              <a:t>Number of Carriers</a:t>
            </a:r>
          </a:p>
        </p:txBody>
      </p:sp>
      <p:pic>
        <p:nvPicPr>
          <p:cNvPr id="20" name="Graphic 19">
            <a:extLst>
              <a:ext uri="{FF2B5EF4-FFF2-40B4-BE49-F238E27FC236}">
                <a16:creationId xmlns:a16="http://schemas.microsoft.com/office/drawing/2014/main" id="{D0FEF424-5967-D814-CFD0-06556F9BCC7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524397" y="3543399"/>
            <a:ext cx="1479757" cy="1144345"/>
          </a:xfrm>
          <a:prstGeom prst="rect">
            <a:avLst/>
          </a:prstGeom>
        </p:spPr>
      </p:pic>
      <p:grpSp>
        <p:nvGrpSpPr>
          <p:cNvPr id="98" name="Graphic 68" descr="Chat bubble outline">
            <a:extLst>
              <a:ext uri="{FF2B5EF4-FFF2-40B4-BE49-F238E27FC236}">
                <a16:creationId xmlns:a16="http://schemas.microsoft.com/office/drawing/2014/main" id="{4BB976BA-E596-B8DB-E9EC-D8457266C2AD}"/>
              </a:ext>
            </a:extLst>
          </p:cNvPr>
          <p:cNvGrpSpPr/>
          <p:nvPr/>
        </p:nvGrpSpPr>
        <p:grpSpPr>
          <a:xfrm>
            <a:off x="6532390" y="8028455"/>
            <a:ext cx="1048161" cy="955676"/>
            <a:chOff x="7924879" y="7393870"/>
            <a:chExt cx="1048161" cy="955676"/>
          </a:xfrm>
          <a:solidFill>
            <a:srgbClr val="ACC0C4"/>
          </a:solidFill>
        </p:grpSpPr>
        <p:sp>
          <p:nvSpPr>
            <p:cNvPr id="99" name="Freeform: Shape 98">
              <a:extLst>
                <a:ext uri="{FF2B5EF4-FFF2-40B4-BE49-F238E27FC236}">
                  <a16:creationId xmlns:a16="http://schemas.microsoft.com/office/drawing/2014/main" id="{7C01EABE-F7DF-8690-6B00-172D31F7FF98}"/>
                </a:ext>
              </a:extLst>
            </p:cNvPr>
            <p:cNvSpPr/>
            <p:nvPr/>
          </p:nvSpPr>
          <p:spPr>
            <a:xfrm>
              <a:off x="7924879" y="7393870"/>
              <a:ext cx="1048161" cy="955676"/>
            </a:xfrm>
            <a:custGeom>
              <a:avLst/>
              <a:gdLst>
                <a:gd name="connsiteX0" fmla="*/ 986505 w 1048161"/>
                <a:gd name="connsiteY0" fmla="*/ 30828 h 955676"/>
                <a:gd name="connsiteX1" fmla="*/ 1017333 w 1048161"/>
                <a:gd name="connsiteY1" fmla="*/ 61657 h 955676"/>
                <a:gd name="connsiteX2" fmla="*/ 1017333 w 1048161"/>
                <a:gd name="connsiteY2" fmla="*/ 678222 h 955676"/>
                <a:gd name="connsiteX3" fmla="*/ 986505 w 1048161"/>
                <a:gd name="connsiteY3" fmla="*/ 709050 h 955676"/>
                <a:gd name="connsiteX4" fmla="*/ 801535 w 1048161"/>
                <a:gd name="connsiteY4" fmla="*/ 709050 h 955676"/>
                <a:gd name="connsiteX5" fmla="*/ 801535 w 1048161"/>
                <a:gd name="connsiteY5" fmla="*/ 881257 h 955676"/>
                <a:gd name="connsiteX6" fmla="*/ 646068 w 1048161"/>
                <a:gd name="connsiteY6" fmla="*/ 725790 h 955676"/>
                <a:gd name="connsiteX7" fmla="*/ 637035 w 1048161"/>
                <a:gd name="connsiteY7" fmla="*/ 716757 h 955676"/>
                <a:gd name="connsiteX8" fmla="*/ 61657 w 1048161"/>
                <a:gd name="connsiteY8" fmla="*/ 716757 h 955676"/>
                <a:gd name="connsiteX9" fmla="*/ 30828 w 1048161"/>
                <a:gd name="connsiteY9" fmla="*/ 685929 h 955676"/>
                <a:gd name="connsiteX10" fmla="*/ 30828 w 1048161"/>
                <a:gd name="connsiteY10" fmla="*/ 61657 h 955676"/>
                <a:gd name="connsiteX11" fmla="*/ 61657 w 1048161"/>
                <a:gd name="connsiteY11" fmla="*/ 30828 h 955676"/>
                <a:gd name="connsiteX12" fmla="*/ 986505 w 1048161"/>
                <a:gd name="connsiteY12" fmla="*/ 30828 h 955676"/>
                <a:gd name="connsiteX13" fmla="*/ 986505 w 1048161"/>
                <a:gd name="connsiteY13" fmla="*/ 0 h 955676"/>
                <a:gd name="connsiteX14" fmla="*/ 61657 w 1048161"/>
                <a:gd name="connsiteY14" fmla="*/ 0 h 955676"/>
                <a:gd name="connsiteX15" fmla="*/ 0 w 1048161"/>
                <a:gd name="connsiteY15" fmla="*/ 61657 h 955676"/>
                <a:gd name="connsiteX16" fmla="*/ 0 w 1048161"/>
                <a:gd name="connsiteY16" fmla="*/ 685929 h 955676"/>
                <a:gd name="connsiteX17" fmla="*/ 61657 w 1048161"/>
                <a:gd name="connsiteY17" fmla="*/ 747586 h 955676"/>
                <a:gd name="connsiteX18" fmla="*/ 624273 w 1048161"/>
                <a:gd name="connsiteY18" fmla="*/ 747586 h 955676"/>
                <a:gd name="connsiteX19" fmla="*/ 832363 w 1048161"/>
                <a:gd name="connsiteY19" fmla="*/ 955676 h 955676"/>
                <a:gd name="connsiteX20" fmla="*/ 832363 w 1048161"/>
                <a:gd name="connsiteY20" fmla="*/ 739879 h 955676"/>
                <a:gd name="connsiteX21" fmla="*/ 986505 w 1048161"/>
                <a:gd name="connsiteY21" fmla="*/ 739879 h 955676"/>
                <a:gd name="connsiteX22" fmla="*/ 1048161 w 1048161"/>
                <a:gd name="connsiteY22" fmla="*/ 678222 h 955676"/>
                <a:gd name="connsiteX23" fmla="*/ 1048161 w 1048161"/>
                <a:gd name="connsiteY23" fmla="*/ 61657 h 955676"/>
                <a:gd name="connsiteX24" fmla="*/ 986505 w 1048161"/>
                <a:gd name="connsiteY24" fmla="*/ 0 h 95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8161" h="955676">
                  <a:moveTo>
                    <a:pt x="986505" y="30828"/>
                  </a:moveTo>
                  <a:cubicBezTo>
                    <a:pt x="1003531" y="30828"/>
                    <a:pt x="1017333" y="44630"/>
                    <a:pt x="1017333" y="61657"/>
                  </a:cubicBezTo>
                  <a:lnTo>
                    <a:pt x="1017333" y="678222"/>
                  </a:lnTo>
                  <a:cubicBezTo>
                    <a:pt x="1017333" y="695248"/>
                    <a:pt x="1003531" y="709050"/>
                    <a:pt x="986505" y="709050"/>
                  </a:cubicBezTo>
                  <a:lnTo>
                    <a:pt x="801535" y="709050"/>
                  </a:lnTo>
                  <a:lnTo>
                    <a:pt x="801535" y="881257"/>
                  </a:lnTo>
                  <a:lnTo>
                    <a:pt x="646068" y="725790"/>
                  </a:lnTo>
                  <a:lnTo>
                    <a:pt x="637035" y="716757"/>
                  </a:lnTo>
                  <a:lnTo>
                    <a:pt x="61657" y="716757"/>
                  </a:lnTo>
                  <a:cubicBezTo>
                    <a:pt x="44630" y="716757"/>
                    <a:pt x="30828" y="702955"/>
                    <a:pt x="30828" y="685929"/>
                  </a:cubicBezTo>
                  <a:lnTo>
                    <a:pt x="30828" y="61657"/>
                  </a:lnTo>
                  <a:cubicBezTo>
                    <a:pt x="30828" y="44630"/>
                    <a:pt x="44630" y="30828"/>
                    <a:pt x="61657" y="30828"/>
                  </a:cubicBezTo>
                  <a:lnTo>
                    <a:pt x="986505" y="30828"/>
                  </a:lnTo>
                  <a:moveTo>
                    <a:pt x="986505" y="0"/>
                  </a:moveTo>
                  <a:lnTo>
                    <a:pt x="61657" y="0"/>
                  </a:lnTo>
                  <a:cubicBezTo>
                    <a:pt x="27605" y="0"/>
                    <a:pt x="0" y="27605"/>
                    <a:pt x="0" y="61657"/>
                  </a:cubicBezTo>
                  <a:lnTo>
                    <a:pt x="0" y="685929"/>
                  </a:lnTo>
                  <a:cubicBezTo>
                    <a:pt x="0" y="719980"/>
                    <a:pt x="27605" y="747586"/>
                    <a:pt x="61657" y="747586"/>
                  </a:cubicBezTo>
                  <a:lnTo>
                    <a:pt x="624273" y="747586"/>
                  </a:lnTo>
                  <a:lnTo>
                    <a:pt x="832363" y="955676"/>
                  </a:lnTo>
                  <a:lnTo>
                    <a:pt x="832363" y="739879"/>
                  </a:lnTo>
                  <a:lnTo>
                    <a:pt x="986505" y="739879"/>
                  </a:lnTo>
                  <a:cubicBezTo>
                    <a:pt x="1020556" y="739879"/>
                    <a:pt x="1048161" y="712273"/>
                    <a:pt x="1048161" y="678222"/>
                  </a:cubicBezTo>
                  <a:lnTo>
                    <a:pt x="1048161" y="61657"/>
                  </a:lnTo>
                  <a:cubicBezTo>
                    <a:pt x="1048161" y="27605"/>
                    <a:pt x="1020556" y="0"/>
                    <a:pt x="986505" y="0"/>
                  </a:cubicBezTo>
                  <a:close/>
                </a:path>
              </a:pathLst>
            </a:custGeom>
            <a:grpFill/>
            <a:ln w="15379" cap="flat">
              <a:solidFill>
                <a:srgbClr val="ACC0C4"/>
              </a:solidFill>
              <a:prstDash val="solid"/>
              <a:miter/>
            </a:ln>
          </p:spPr>
          <p:txBody>
            <a:bodyPr rtlCol="0" anchor="ctr"/>
            <a:lstStyle/>
            <a:p>
              <a:endParaRPr lang="en-GB"/>
            </a:p>
          </p:txBody>
        </p:sp>
        <p:sp>
          <p:nvSpPr>
            <p:cNvPr id="100" name="Freeform: Shape 99">
              <a:extLst>
                <a:ext uri="{FF2B5EF4-FFF2-40B4-BE49-F238E27FC236}">
                  <a16:creationId xmlns:a16="http://schemas.microsoft.com/office/drawing/2014/main" id="{D4CB597C-311F-BE91-B5AD-6FB4D2A7AE76}"/>
                </a:ext>
              </a:extLst>
            </p:cNvPr>
            <p:cNvSpPr/>
            <p:nvPr/>
          </p:nvSpPr>
          <p:spPr>
            <a:xfrm>
              <a:off x="8649344" y="7717567"/>
              <a:ext cx="92484" cy="92484"/>
            </a:xfrm>
            <a:custGeom>
              <a:avLst/>
              <a:gdLst>
                <a:gd name="connsiteX0" fmla="*/ 92485 w 92484"/>
                <a:gd name="connsiteY0" fmla="*/ 46242 h 92484"/>
                <a:gd name="connsiteX1" fmla="*/ 46242 w 92484"/>
                <a:gd name="connsiteY1" fmla="*/ 92485 h 92484"/>
                <a:gd name="connsiteX2" fmla="*/ 0 w 92484"/>
                <a:gd name="connsiteY2" fmla="*/ 46242 h 92484"/>
                <a:gd name="connsiteX3" fmla="*/ 46242 w 92484"/>
                <a:gd name="connsiteY3" fmla="*/ 0 h 92484"/>
                <a:gd name="connsiteX4" fmla="*/ 92485 w 92484"/>
                <a:gd name="connsiteY4" fmla="*/ 46242 h 92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84" h="92484">
                  <a:moveTo>
                    <a:pt x="92485" y="46242"/>
                  </a:moveTo>
                  <a:cubicBezTo>
                    <a:pt x="92485" y="71781"/>
                    <a:pt x="71781" y="92485"/>
                    <a:pt x="46242" y="92485"/>
                  </a:cubicBezTo>
                  <a:cubicBezTo>
                    <a:pt x="20703" y="92485"/>
                    <a:pt x="0" y="71781"/>
                    <a:pt x="0" y="46242"/>
                  </a:cubicBezTo>
                  <a:cubicBezTo>
                    <a:pt x="0" y="20703"/>
                    <a:pt x="20703" y="0"/>
                    <a:pt x="46242" y="0"/>
                  </a:cubicBezTo>
                  <a:cubicBezTo>
                    <a:pt x="71781" y="0"/>
                    <a:pt x="92485" y="20703"/>
                    <a:pt x="92485" y="46242"/>
                  </a:cubicBezTo>
                  <a:close/>
                </a:path>
              </a:pathLst>
            </a:custGeom>
            <a:grpFill/>
            <a:ln w="15379" cap="flat">
              <a:solidFill>
                <a:srgbClr val="ACC0C4"/>
              </a:solidFill>
              <a:prstDash val="solid"/>
              <a:miter/>
            </a:ln>
          </p:spPr>
          <p:txBody>
            <a:bodyPr rtlCol="0" anchor="ctr"/>
            <a:lstStyle/>
            <a:p>
              <a:endParaRPr lang="en-GB"/>
            </a:p>
          </p:txBody>
        </p:sp>
        <p:sp>
          <p:nvSpPr>
            <p:cNvPr id="101" name="Freeform: Shape 100">
              <a:extLst>
                <a:ext uri="{FF2B5EF4-FFF2-40B4-BE49-F238E27FC236}">
                  <a16:creationId xmlns:a16="http://schemas.microsoft.com/office/drawing/2014/main" id="{0B5BC004-3EF6-D9E8-2482-6A305ADD5162}"/>
                </a:ext>
              </a:extLst>
            </p:cNvPr>
            <p:cNvSpPr/>
            <p:nvPr/>
          </p:nvSpPr>
          <p:spPr>
            <a:xfrm>
              <a:off x="8402718" y="7717567"/>
              <a:ext cx="92484" cy="92484"/>
            </a:xfrm>
            <a:custGeom>
              <a:avLst/>
              <a:gdLst>
                <a:gd name="connsiteX0" fmla="*/ 92485 w 92484"/>
                <a:gd name="connsiteY0" fmla="*/ 46242 h 92484"/>
                <a:gd name="connsiteX1" fmla="*/ 46242 w 92484"/>
                <a:gd name="connsiteY1" fmla="*/ 92485 h 92484"/>
                <a:gd name="connsiteX2" fmla="*/ 0 w 92484"/>
                <a:gd name="connsiteY2" fmla="*/ 46242 h 92484"/>
                <a:gd name="connsiteX3" fmla="*/ 46242 w 92484"/>
                <a:gd name="connsiteY3" fmla="*/ 0 h 92484"/>
                <a:gd name="connsiteX4" fmla="*/ 92485 w 92484"/>
                <a:gd name="connsiteY4" fmla="*/ 46242 h 92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84" h="92484">
                  <a:moveTo>
                    <a:pt x="92485" y="46242"/>
                  </a:moveTo>
                  <a:cubicBezTo>
                    <a:pt x="92485" y="71781"/>
                    <a:pt x="71781" y="92485"/>
                    <a:pt x="46242" y="92485"/>
                  </a:cubicBezTo>
                  <a:cubicBezTo>
                    <a:pt x="20703" y="92485"/>
                    <a:pt x="0" y="71781"/>
                    <a:pt x="0" y="46242"/>
                  </a:cubicBezTo>
                  <a:cubicBezTo>
                    <a:pt x="0" y="20703"/>
                    <a:pt x="20703" y="0"/>
                    <a:pt x="46242" y="0"/>
                  </a:cubicBezTo>
                  <a:cubicBezTo>
                    <a:pt x="71781" y="0"/>
                    <a:pt x="92485" y="20703"/>
                    <a:pt x="92485" y="46242"/>
                  </a:cubicBezTo>
                  <a:close/>
                </a:path>
              </a:pathLst>
            </a:custGeom>
            <a:grpFill/>
            <a:ln w="15379" cap="flat">
              <a:solidFill>
                <a:srgbClr val="ACC0C4"/>
              </a:solidFill>
              <a:prstDash val="solid"/>
              <a:miter/>
            </a:ln>
          </p:spPr>
          <p:txBody>
            <a:bodyPr rtlCol="0" anchor="ctr"/>
            <a:lstStyle/>
            <a:p>
              <a:endParaRPr lang="en-GB"/>
            </a:p>
          </p:txBody>
        </p:sp>
        <p:sp>
          <p:nvSpPr>
            <p:cNvPr id="102" name="Freeform: Shape 101">
              <a:extLst>
                <a:ext uri="{FF2B5EF4-FFF2-40B4-BE49-F238E27FC236}">
                  <a16:creationId xmlns:a16="http://schemas.microsoft.com/office/drawing/2014/main" id="{B1DD430B-2302-307B-C154-FBEFFEC8D29F}"/>
                </a:ext>
              </a:extLst>
            </p:cNvPr>
            <p:cNvSpPr/>
            <p:nvPr/>
          </p:nvSpPr>
          <p:spPr>
            <a:xfrm>
              <a:off x="8156091" y="7717567"/>
              <a:ext cx="92484" cy="92484"/>
            </a:xfrm>
            <a:custGeom>
              <a:avLst/>
              <a:gdLst>
                <a:gd name="connsiteX0" fmla="*/ 92485 w 92484"/>
                <a:gd name="connsiteY0" fmla="*/ 46242 h 92484"/>
                <a:gd name="connsiteX1" fmla="*/ 46242 w 92484"/>
                <a:gd name="connsiteY1" fmla="*/ 92485 h 92484"/>
                <a:gd name="connsiteX2" fmla="*/ 0 w 92484"/>
                <a:gd name="connsiteY2" fmla="*/ 46242 h 92484"/>
                <a:gd name="connsiteX3" fmla="*/ 46242 w 92484"/>
                <a:gd name="connsiteY3" fmla="*/ 0 h 92484"/>
                <a:gd name="connsiteX4" fmla="*/ 92485 w 92484"/>
                <a:gd name="connsiteY4" fmla="*/ 46242 h 92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484" h="92484">
                  <a:moveTo>
                    <a:pt x="92485" y="46242"/>
                  </a:moveTo>
                  <a:cubicBezTo>
                    <a:pt x="92485" y="71781"/>
                    <a:pt x="71781" y="92485"/>
                    <a:pt x="46242" y="92485"/>
                  </a:cubicBezTo>
                  <a:cubicBezTo>
                    <a:pt x="20703" y="92485"/>
                    <a:pt x="0" y="71781"/>
                    <a:pt x="0" y="46242"/>
                  </a:cubicBezTo>
                  <a:cubicBezTo>
                    <a:pt x="0" y="20703"/>
                    <a:pt x="20703" y="0"/>
                    <a:pt x="46242" y="0"/>
                  </a:cubicBezTo>
                  <a:cubicBezTo>
                    <a:pt x="71781" y="0"/>
                    <a:pt x="92485" y="20703"/>
                    <a:pt x="92485" y="46242"/>
                  </a:cubicBezTo>
                  <a:close/>
                </a:path>
              </a:pathLst>
            </a:custGeom>
            <a:grpFill/>
            <a:ln w="15379" cap="flat">
              <a:solidFill>
                <a:srgbClr val="ACC0C4"/>
              </a:solidFill>
              <a:prstDash val="solid"/>
              <a:miter/>
            </a:ln>
          </p:spPr>
          <p:txBody>
            <a:bodyPr rtlCol="0" anchor="ctr"/>
            <a:lstStyle/>
            <a:p>
              <a:endParaRPr lang="en-GB"/>
            </a:p>
          </p:txBody>
        </p:sp>
      </p:grpSp>
      <p:grpSp>
        <p:nvGrpSpPr>
          <p:cNvPr id="73" name="Graphic 70" descr="Checklist outline">
            <a:extLst>
              <a:ext uri="{FF2B5EF4-FFF2-40B4-BE49-F238E27FC236}">
                <a16:creationId xmlns:a16="http://schemas.microsoft.com/office/drawing/2014/main" id="{0E5D64AB-700C-468B-BE6A-75F8F0EACD88}"/>
              </a:ext>
            </a:extLst>
          </p:cNvPr>
          <p:cNvGrpSpPr/>
          <p:nvPr/>
        </p:nvGrpSpPr>
        <p:grpSpPr>
          <a:xfrm>
            <a:off x="15271230" y="7967834"/>
            <a:ext cx="807688" cy="1076918"/>
            <a:chOff x="19191010" y="7227949"/>
            <a:chExt cx="807688" cy="1076918"/>
          </a:xfrm>
          <a:solidFill>
            <a:srgbClr val="ACC0C4"/>
          </a:solidFill>
        </p:grpSpPr>
        <p:sp>
          <p:nvSpPr>
            <p:cNvPr id="74" name="Freeform: Shape 73">
              <a:extLst>
                <a:ext uri="{FF2B5EF4-FFF2-40B4-BE49-F238E27FC236}">
                  <a16:creationId xmlns:a16="http://schemas.microsoft.com/office/drawing/2014/main" id="{FC7B3269-602C-0ED0-C0FF-F5EAC0D7A6FC}"/>
                </a:ext>
              </a:extLst>
            </p:cNvPr>
            <p:cNvSpPr/>
            <p:nvPr/>
          </p:nvSpPr>
          <p:spPr>
            <a:xfrm>
              <a:off x="19329569" y="7379970"/>
              <a:ext cx="194033" cy="149705"/>
            </a:xfrm>
            <a:custGeom>
              <a:avLst/>
              <a:gdLst>
                <a:gd name="connsiteX0" fmla="*/ 63363 w 194033"/>
                <a:gd name="connsiteY0" fmla="*/ 111636 h 149705"/>
                <a:gd name="connsiteX1" fmla="*/ 19035 w 194033"/>
                <a:gd name="connsiteY1" fmla="*/ 67307 h 149705"/>
                <a:gd name="connsiteX2" fmla="*/ 0 w 194033"/>
                <a:gd name="connsiteY2" fmla="*/ 86342 h 149705"/>
                <a:gd name="connsiteX3" fmla="*/ 63363 w 194033"/>
                <a:gd name="connsiteY3" fmla="*/ 149705 h 149705"/>
                <a:gd name="connsiteX4" fmla="*/ 194034 w 194033"/>
                <a:gd name="connsiteY4" fmla="*/ 19035 h 149705"/>
                <a:gd name="connsiteX5" fmla="*/ 174999 w 194033"/>
                <a:gd name="connsiteY5" fmla="*/ 0 h 149705"/>
                <a:gd name="connsiteX6" fmla="*/ 63363 w 194033"/>
                <a:gd name="connsiteY6" fmla="*/ 111636 h 14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033" h="149705">
                  <a:moveTo>
                    <a:pt x="63363" y="111636"/>
                  </a:moveTo>
                  <a:lnTo>
                    <a:pt x="19035" y="67307"/>
                  </a:lnTo>
                  <a:lnTo>
                    <a:pt x="0" y="86342"/>
                  </a:lnTo>
                  <a:lnTo>
                    <a:pt x="63363" y="149705"/>
                  </a:lnTo>
                  <a:lnTo>
                    <a:pt x="194034" y="19035"/>
                  </a:lnTo>
                  <a:lnTo>
                    <a:pt x="174999" y="0"/>
                  </a:lnTo>
                  <a:lnTo>
                    <a:pt x="63363" y="111636"/>
                  </a:lnTo>
                  <a:close/>
                </a:path>
              </a:pathLst>
            </a:custGeom>
            <a:grpFill/>
            <a:ln w="13395" cap="flat">
              <a:solidFill>
                <a:srgbClr val="ACC0C4"/>
              </a:solidFill>
              <a:prstDash val="solid"/>
              <a:miter/>
            </a:ln>
          </p:spPr>
          <p:txBody>
            <a:bodyPr rtlCol="0" anchor="ctr"/>
            <a:lstStyle/>
            <a:p>
              <a:endParaRPr lang="en-GB"/>
            </a:p>
          </p:txBody>
        </p:sp>
        <p:sp>
          <p:nvSpPr>
            <p:cNvPr id="80" name="Freeform: Shape 79">
              <a:extLst>
                <a:ext uri="{FF2B5EF4-FFF2-40B4-BE49-F238E27FC236}">
                  <a16:creationId xmlns:a16="http://schemas.microsoft.com/office/drawing/2014/main" id="{6D2E3634-D245-A195-EFC5-00AF298C9FAB}"/>
                </a:ext>
              </a:extLst>
            </p:cNvPr>
            <p:cNvSpPr/>
            <p:nvPr/>
          </p:nvSpPr>
          <p:spPr>
            <a:xfrm>
              <a:off x="19608316" y="7456794"/>
              <a:ext cx="255768" cy="26922"/>
            </a:xfrm>
            <a:custGeom>
              <a:avLst/>
              <a:gdLst>
                <a:gd name="connsiteX0" fmla="*/ 0 w 255768"/>
                <a:gd name="connsiteY0" fmla="*/ 0 h 26922"/>
                <a:gd name="connsiteX1" fmla="*/ 255768 w 255768"/>
                <a:gd name="connsiteY1" fmla="*/ 0 h 26922"/>
                <a:gd name="connsiteX2" fmla="*/ 255768 w 255768"/>
                <a:gd name="connsiteY2" fmla="*/ 26923 h 26922"/>
                <a:gd name="connsiteX3" fmla="*/ 0 w 255768"/>
                <a:gd name="connsiteY3" fmla="*/ 26923 h 26922"/>
              </a:gdLst>
              <a:ahLst/>
              <a:cxnLst>
                <a:cxn ang="0">
                  <a:pos x="connsiteX0" y="connsiteY0"/>
                </a:cxn>
                <a:cxn ang="0">
                  <a:pos x="connsiteX1" y="connsiteY1"/>
                </a:cxn>
                <a:cxn ang="0">
                  <a:pos x="connsiteX2" y="connsiteY2"/>
                </a:cxn>
                <a:cxn ang="0">
                  <a:pos x="connsiteX3" y="connsiteY3"/>
                </a:cxn>
              </a:cxnLst>
              <a:rect l="l" t="t" r="r" b="b"/>
              <a:pathLst>
                <a:path w="255768" h="26922">
                  <a:moveTo>
                    <a:pt x="0" y="0"/>
                  </a:moveTo>
                  <a:lnTo>
                    <a:pt x="255768" y="0"/>
                  </a:lnTo>
                  <a:lnTo>
                    <a:pt x="255768" y="26923"/>
                  </a:lnTo>
                  <a:lnTo>
                    <a:pt x="0" y="26923"/>
                  </a:lnTo>
                  <a:close/>
                </a:path>
              </a:pathLst>
            </a:custGeom>
            <a:grpFill/>
            <a:ln w="13395" cap="flat">
              <a:solidFill>
                <a:srgbClr val="ACC0C4"/>
              </a:solidFill>
              <a:prstDash val="solid"/>
              <a:miter/>
            </a:ln>
          </p:spPr>
          <p:txBody>
            <a:bodyPr rtlCol="0" anchor="ctr"/>
            <a:lstStyle/>
            <a:p>
              <a:endParaRPr lang="en-GB"/>
            </a:p>
          </p:txBody>
        </p:sp>
        <p:sp>
          <p:nvSpPr>
            <p:cNvPr id="91" name="Freeform: Shape 90">
              <a:extLst>
                <a:ext uri="{FF2B5EF4-FFF2-40B4-BE49-F238E27FC236}">
                  <a16:creationId xmlns:a16="http://schemas.microsoft.com/office/drawing/2014/main" id="{A6189B99-2C4C-CA97-E3CB-657C8F46F04C}"/>
                </a:ext>
              </a:extLst>
            </p:cNvPr>
            <p:cNvSpPr/>
            <p:nvPr/>
          </p:nvSpPr>
          <p:spPr>
            <a:xfrm>
              <a:off x="19329569" y="7581892"/>
              <a:ext cx="194033" cy="149705"/>
            </a:xfrm>
            <a:custGeom>
              <a:avLst/>
              <a:gdLst>
                <a:gd name="connsiteX0" fmla="*/ 63363 w 194033"/>
                <a:gd name="connsiteY0" fmla="*/ 111636 h 149705"/>
                <a:gd name="connsiteX1" fmla="*/ 19035 w 194033"/>
                <a:gd name="connsiteY1" fmla="*/ 67307 h 149705"/>
                <a:gd name="connsiteX2" fmla="*/ 0 w 194033"/>
                <a:gd name="connsiteY2" fmla="*/ 86342 h 149705"/>
                <a:gd name="connsiteX3" fmla="*/ 63363 w 194033"/>
                <a:gd name="connsiteY3" fmla="*/ 149705 h 149705"/>
                <a:gd name="connsiteX4" fmla="*/ 194034 w 194033"/>
                <a:gd name="connsiteY4" fmla="*/ 19035 h 149705"/>
                <a:gd name="connsiteX5" fmla="*/ 174999 w 194033"/>
                <a:gd name="connsiteY5" fmla="*/ 0 h 149705"/>
                <a:gd name="connsiteX6" fmla="*/ 63363 w 194033"/>
                <a:gd name="connsiteY6" fmla="*/ 111636 h 14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033" h="149705">
                  <a:moveTo>
                    <a:pt x="63363" y="111636"/>
                  </a:moveTo>
                  <a:lnTo>
                    <a:pt x="19035" y="67307"/>
                  </a:lnTo>
                  <a:lnTo>
                    <a:pt x="0" y="86342"/>
                  </a:lnTo>
                  <a:lnTo>
                    <a:pt x="63363" y="149705"/>
                  </a:lnTo>
                  <a:lnTo>
                    <a:pt x="194034" y="19035"/>
                  </a:lnTo>
                  <a:lnTo>
                    <a:pt x="174999" y="0"/>
                  </a:lnTo>
                  <a:lnTo>
                    <a:pt x="63363" y="111636"/>
                  </a:lnTo>
                  <a:close/>
                </a:path>
              </a:pathLst>
            </a:custGeom>
            <a:grpFill/>
            <a:ln w="13395" cap="flat">
              <a:solidFill>
                <a:srgbClr val="ACC0C4"/>
              </a:solidFill>
              <a:prstDash val="solid"/>
              <a:miter/>
            </a:ln>
          </p:spPr>
          <p:txBody>
            <a:bodyPr rtlCol="0" anchor="ctr"/>
            <a:lstStyle/>
            <a:p>
              <a:endParaRPr lang="en-GB"/>
            </a:p>
          </p:txBody>
        </p:sp>
        <p:sp>
          <p:nvSpPr>
            <p:cNvPr id="92" name="Freeform: Shape 91">
              <a:extLst>
                <a:ext uri="{FF2B5EF4-FFF2-40B4-BE49-F238E27FC236}">
                  <a16:creationId xmlns:a16="http://schemas.microsoft.com/office/drawing/2014/main" id="{D86D8BB8-9662-9BDF-B329-FA85CA3C04FD}"/>
                </a:ext>
              </a:extLst>
            </p:cNvPr>
            <p:cNvSpPr/>
            <p:nvPr/>
          </p:nvSpPr>
          <p:spPr>
            <a:xfrm>
              <a:off x="19608316" y="7658717"/>
              <a:ext cx="255768" cy="26922"/>
            </a:xfrm>
            <a:custGeom>
              <a:avLst/>
              <a:gdLst>
                <a:gd name="connsiteX0" fmla="*/ 0 w 255768"/>
                <a:gd name="connsiteY0" fmla="*/ 0 h 26922"/>
                <a:gd name="connsiteX1" fmla="*/ 255768 w 255768"/>
                <a:gd name="connsiteY1" fmla="*/ 0 h 26922"/>
                <a:gd name="connsiteX2" fmla="*/ 255768 w 255768"/>
                <a:gd name="connsiteY2" fmla="*/ 26923 h 26922"/>
                <a:gd name="connsiteX3" fmla="*/ 0 w 255768"/>
                <a:gd name="connsiteY3" fmla="*/ 26923 h 26922"/>
              </a:gdLst>
              <a:ahLst/>
              <a:cxnLst>
                <a:cxn ang="0">
                  <a:pos x="connsiteX0" y="connsiteY0"/>
                </a:cxn>
                <a:cxn ang="0">
                  <a:pos x="connsiteX1" y="connsiteY1"/>
                </a:cxn>
                <a:cxn ang="0">
                  <a:pos x="connsiteX2" y="connsiteY2"/>
                </a:cxn>
                <a:cxn ang="0">
                  <a:pos x="connsiteX3" y="connsiteY3"/>
                </a:cxn>
              </a:cxnLst>
              <a:rect l="l" t="t" r="r" b="b"/>
              <a:pathLst>
                <a:path w="255768" h="26922">
                  <a:moveTo>
                    <a:pt x="0" y="0"/>
                  </a:moveTo>
                  <a:lnTo>
                    <a:pt x="255768" y="0"/>
                  </a:lnTo>
                  <a:lnTo>
                    <a:pt x="255768" y="26923"/>
                  </a:lnTo>
                  <a:lnTo>
                    <a:pt x="0" y="26923"/>
                  </a:lnTo>
                  <a:close/>
                </a:path>
              </a:pathLst>
            </a:custGeom>
            <a:grpFill/>
            <a:ln w="13395" cap="flat">
              <a:solidFill>
                <a:srgbClr val="ACC0C4"/>
              </a:solidFill>
              <a:prstDash val="solid"/>
              <a:miter/>
            </a:ln>
          </p:spPr>
          <p:txBody>
            <a:bodyPr rtlCol="0" anchor="ctr"/>
            <a:lstStyle/>
            <a:p>
              <a:endParaRPr lang="en-GB"/>
            </a:p>
          </p:txBody>
        </p:sp>
        <p:sp>
          <p:nvSpPr>
            <p:cNvPr id="93" name="Freeform: Shape 92">
              <a:extLst>
                <a:ext uri="{FF2B5EF4-FFF2-40B4-BE49-F238E27FC236}">
                  <a16:creationId xmlns:a16="http://schemas.microsoft.com/office/drawing/2014/main" id="{9F0B89EE-9CEA-6771-4036-688748C77704}"/>
                </a:ext>
              </a:extLst>
            </p:cNvPr>
            <p:cNvSpPr/>
            <p:nvPr/>
          </p:nvSpPr>
          <p:spPr>
            <a:xfrm>
              <a:off x="19329569" y="7783814"/>
              <a:ext cx="194033" cy="149705"/>
            </a:xfrm>
            <a:custGeom>
              <a:avLst/>
              <a:gdLst>
                <a:gd name="connsiteX0" fmla="*/ 63363 w 194033"/>
                <a:gd name="connsiteY0" fmla="*/ 111636 h 149705"/>
                <a:gd name="connsiteX1" fmla="*/ 19035 w 194033"/>
                <a:gd name="connsiteY1" fmla="*/ 67307 h 149705"/>
                <a:gd name="connsiteX2" fmla="*/ 0 w 194033"/>
                <a:gd name="connsiteY2" fmla="*/ 86342 h 149705"/>
                <a:gd name="connsiteX3" fmla="*/ 63363 w 194033"/>
                <a:gd name="connsiteY3" fmla="*/ 149705 h 149705"/>
                <a:gd name="connsiteX4" fmla="*/ 194034 w 194033"/>
                <a:gd name="connsiteY4" fmla="*/ 19035 h 149705"/>
                <a:gd name="connsiteX5" fmla="*/ 174999 w 194033"/>
                <a:gd name="connsiteY5" fmla="*/ 0 h 149705"/>
                <a:gd name="connsiteX6" fmla="*/ 63363 w 194033"/>
                <a:gd name="connsiteY6" fmla="*/ 111636 h 14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033" h="149705">
                  <a:moveTo>
                    <a:pt x="63363" y="111636"/>
                  </a:moveTo>
                  <a:lnTo>
                    <a:pt x="19035" y="67307"/>
                  </a:lnTo>
                  <a:lnTo>
                    <a:pt x="0" y="86342"/>
                  </a:lnTo>
                  <a:lnTo>
                    <a:pt x="63363" y="149705"/>
                  </a:lnTo>
                  <a:lnTo>
                    <a:pt x="194034" y="19035"/>
                  </a:lnTo>
                  <a:lnTo>
                    <a:pt x="174999" y="0"/>
                  </a:lnTo>
                  <a:lnTo>
                    <a:pt x="63363" y="111636"/>
                  </a:lnTo>
                  <a:close/>
                </a:path>
              </a:pathLst>
            </a:custGeom>
            <a:grpFill/>
            <a:ln w="13395" cap="flat">
              <a:solidFill>
                <a:srgbClr val="ACC0C4"/>
              </a:solidFill>
              <a:prstDash val="solid"/>
              <a:miter/>
            </a:ln>
          </p:spPr>
          <p:txBody>
            <a:bodyPr rtlCol="0" anchor="ctr"/>
            <a:lstStyle/>
            <a:p>
              <a:endParaRPr lang="en-GB"/>
            </a:p>
          </p:txBody>
        </p:sp>
        <p:sp>
          <p:nvSpPr>
            <p:cNvPr id="94" name="Freeform: Shape 93">
              <a:extLst>
                <a:ext uri="{FF2B5EF4-FFF2-40B4-BE49-F238E27FC236}">
                  <a16:creationId xmlns:a16="http://schemas.microsoft.com/office/drawing/2014/main" id="{AEC234C0-D4AC-3B1B-F10B-05E0B45DD0C5}"/>
                </a:ext>
              </a:extLst>
            </p:cNvPr>
            <p:cNvSpPr/>
            <p:nvPr/>
          </p:nvSpPr>
          <p:spPr>
            <a:xfrm>
              <a:off x="19608316" y="7860639"/>
              <a:ext cx="255768" cy="26922"/>
            </a:xfrm>
            <a:custGeom>
              <a:avLst/>
              <a:gdLst>
                <a:gd name="connsiteX0" fmla="*/ 0 w 255768"/>
                <a:gd name="connsiteY0" fmla="*/ 0 h 26922"/>
                <a:gd name="connsiteX1" fmla="*/ 255768 w 255768"/>
                <a:gd name="connsiteY1" fmla="*/ 0 h 26922"/>
                <a:gd name="connsiteX2" fmla="*/ 255768 w 255768"/>
                <a:gd name="connsiteY2" fmla="*/ 26923 h 26922"/>
                <a:gd name="connsiteX3" fmla="*/ 0 w 255768"/>
                <a:gd name="connsiteY3" fmla="*/ 26923 h 26922"/>
              </a:gdLst>
              <a:ahLst/>
              <a:cxnLst>
                <a:cxn ang="0">
                  <a:pos x="connsiteX0" y="connsiteY0"/>
                </a:cxn>
                <a:cxn ang="0">
                  <a:pos x="connsiteX1" y="connsiteY1"/>
                </a:cxn>
                <a:cxn ang="0">
                  <a:pos x="connsiteX2" y="connsiteY2"/>
                </a:cxn>
                <a:cxn ang="0">
                  <a:pos x="connsiteX3" y="connsiteY3"/>
                </a:cxn>
              </a:cxnLst>
              <a:rect l="l" t="t" r="r" b="b"/>
              <a:pathLst>
                <a:path w="255768" h="26922">
                  <a:moveTo>
                    <a:pt x="0" y="0"/>
                  </a:moveTo>
                  <a:lnTo>
                    <a:pt x="255768" y="0"/>
                  </a:lnTo>
                  <a:lnTo>
                    <a:pt x="255768" y="26923"/>
                  </a:lnTo>
                  <a:lnTo>
                    <a:pt x="0" y="26923"/>
                  </a:lnTo>
                  <a:close/>
                </a:path>
              </a:pathLst>
            </a:custGeom>
            <a:grpFill/>
            <a:ln w="13395" cap="flat">
              <a:solidFill>
                <a:srgbClr val="ACC0C4"/>
              </a:solidFill>
              <a:prstDash val="solid"/>
              <a:miter/>
            </a:ln>
          </p:spPr>
          <p:txBody>
            <a:bodyPr rtlCol="0" anchor="ctr"/>
            <a:lstStyle/>
            <a:p>
              <a:endParaRPr lang="en-GB"/>
            </a:p>
          </p:txBody>
        </p:sp>
        <p:sp>
          <p:nvSpPr>
            <p:cNvPr id="95" name="Freeform: Shape 94">
              <a:extLst>
                <a:ext uri="{FF2B5EF4-FFF2-40B4-BE49-F238E27FC236}">
                  <a16:creationId xmlns:a16="http://schemas.microsoft.com/office/drawing/2014/main" id="{5F85490E-864E-F810-F86F-07618CDE3F45}"/>
                </a:ext>
              </a:extLst>
            </p:cNvPr>
            <p:cNvSpPr/>
            <p:nvPr/>
          </p:nvSpPr>
          <p:spPr>
            <a:xfrm>
              <a:off x="19329569" y="7985736"/>
              <a:ext cx="194033" cy="149705"/>
            </a:xfrm>
            <a:custGeom>
              <a:avLst/>
              <a:gdLst>
                <a:gd name="connsiteX0" fmla="*/ 63363 w 194033"/>
                <a:gd name="connsiteY0" fmla="*/ 111636 h 149705"/>
                <a:gd name="connsiteX1" fmla="*/ 19035 w 194033"/>
                <a:gd name="connsiteY1" fmla="*/ 67307 h 149705"/>
                <a:gd name="connsiteX2" fmla="*/ 0 w 194033"/>
                <a:gd name="connsiteY2" fmla="*/ 86342 h 149705"/>
                <a:gd name="connsiteX3" fmla="*/ 63363 w 194033"/>
                <a:gd name="connsiteY3" fmla="*/ 149705 h 149705"/>
                <a:gd name="connsiteX4" fmla="*/ 194034 w 194033"/>
                <a:gd name="connsiteY4" fmla="*/ 19035 h 149705"/>
                <a:gd name="connsiteX5" fmla="*/ 174999 w 194033"/>
                <a:gd name="connsiteY5" fmla="*/ 0 h 149705"/>
                <a:gd name="connsiteX6" fmla="*/ 63363 w 194033"/>
                <a:gd name="connsiteY6" fmla="*/ 111636 h 149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033" h="149705">
                  <a:moveTo>
                    <a:pt x="63363" y="111636"/>
                  </a:moveTo>
                  <a:lnTo>
                    <a:pt x="19035" y="67307"/>
                  </a:lnTo>
                  <a:lnTo>
                    <a:pt x="0" y="86342"/>
                  </a:lnTo>
                  <a:lnTo>
                    <a:pt x="63363" y="149705"/>
                  </a:lnTo>
                  <a:lnTo>
                    <a:pt x="194034" y="19035"/>
                  </a:lnTo>
                  <a:lnTo>
                    <a:pt x="174999" y="0"/>
                  </a:lnTo>
                  <a:lnTo>
                    <a:pt x="63363" y="111636"/>
                  </a:lnTo>
                  <a:close/>
                </a:path>
              </a:pathLst>
            </a:custGeom>
            <a:grpFill/>
            <a:ln w="13395" cap="flat">
              <a:solidFill>
                <a:srgbClr val="ACC0C4"/>
              </a:solidFill>
              <a:prstDash val="solid"/>
              <a:miter/>
            </a:ln>
          </p:spPr>
          <p:txBody>
            <a:bodyPr rtlCol="0" anchor="ctr"/>
            <a:lstStyle/>
            <a:p>
              <a:endParaRPr lang="en-GB"/>
            </a:p>
          </p:txBody>
        </p:sp>
        <p:sp>
          <p:nvSpPr>
            <p:cNvPr id="96" name="Freeform: Shape 95">
              <a:extLst>
                <a:ext uri="{FF2B5EF4-FFF2-40B4-BE49-F238E27FC236}">
                  <a16:creationId xmlns:a16="http://schemas.microsoft.com/office/drawing/2014/main" id="{1FB4642B-F18A-D644-0177-9B658E588ED1}"/>
                </a:ext>
              </a:extLst>
            </p:cNvPr>
            <p:cNvSpPr/>
            <p:nvPr/>
          </p:nvSpPr>
          <p:spPr>
            <a:xfrm>
              <a:off x="19608316" y="8062561"/>
              <a:ext cx="255768" cy="26922"/>
            </a:xfrm>
            <a:custGeom>
              <a:avLst/>
              <a:gdLst>
                <a:gd name="connsiteX0" fmla="*/ 0 w 255768"/>
                <a:gd name="connsiteY0" fmla="*/ 0 h 26922"/>
                <a:gd name="connsiteX1" fmla="*/ 255768 w 255768"/>
                <a:gd name="connsiteY1" fmla="*/ 0 h 26922"/>
                <a:gd name="connsiteX2" fmla="*/ 255768 w 255768"/>
                <a:gd name="connsiteY2" fmla="*/ 26923 h 26922"/>
                <a:gd name="connsiteX3" fmla="*/ 0 w 255768"/>
                <a:gd name="connsiteY3" fmla="*/ 26923 h 26922"/>
              </a:gdLst>
              <a:ahLst/>
              <a:cxnLst>
                <a:cxn ang="0">
                  <a:pos x="connsiteX0" y="connsiteY0"/>
                </a:cxn>
                <a:cxn ang="0">
                  <a:pos x="connsiteX1" y="connsiteY1"/>
                </a:cxn>
                <a:cxn ang="0">
                  <a:pos x="connsiteX2" y="connsiteY2"/>
                </a:cxn>
                <a:cxn ang="0">
                  <a:pos x="connsiteX3" y="connsiteY3"/>
                </a:cxn>
              </a:cxnLst>
              <a:rect l="l" t="t" r="r" b="b"/>
              <a:pathLst>
                <a:path w="255768" h="26922">
                  <a:moveTo>
                    <a:pt x="0" y="0"/>
                  </a:moveTo>
                  <a:lnTo>
                    <a:pt x="255768" y="0"/>
                  </a:lnTo>
                  <a:lnTo>
                    <a:pt x="255768" y="26923"/>
                  </a:lnTo>
                  <a:lnTo>
                    <a:pt x="0" y="26923"/>
                  </a:lnTo>
                  <a:close/>
                </a:path>
              </a:pathLst>
            </a:custGeom>
            <a:grpFill/>
            <a:ln w="13395" cap="flat">
              <a:solidFill>
                <a:srgbClr val="ACC0C4"/>
              </a:solidFill>
              <a:prstDash val="solid"/>
              <a:miter/>
            </a:ln>
          </p:spPr>
          <p:txBody>
            <a:bodyPr rtlCol="0" anchor="ctr"/>
            <a:lstStyle/>
            <a:p>
              <a:endParaRPr lang="en-GB"/>
            </a:p>
          </p:txBody>
        </p:sp>
        <p:sp>
          <p:nvSpPr>
            <p:cNvPr id="97" name="Freeform: Shape 96">
              <a:extLst>
                <a:ext uri="{FF2B5EF4-FFF2-40B4-BE49-F238E27FC236}">
                  <a16:creationId xmlns:a16="http://schemas.microsoft.com/office/drawing/2014/main" id="{7DDD6CF7-713E-DC32-979F-65C4ECBFA692}"/>
                </a:ext>
              </a:extLst>
            </p:cNvPr>
            <p:cNvSpPr/>
            <p:nvPr/>
          </p:nvSpPr>
          <p:spPr>
            <a:xfrm>
              <a:off x="19191010" y="7227949"/>
              <a:ext cx="807688" cy="1076918"/>
            </a:xfrm>
            <a:custGeom>
              <a:avLst/>
              <a:gdLst>
                <a:gd name="connsiteX0" fmla="*/ 0 w 807688"/>
                <a:gd name="connsiteY0" fmla="*/ 1076918 h 1076918"/>
                <a:gd name="connsiteX1" fmla="*/ 807689 w 807688"/>
                <a:gd name="connsiteY1" fmla="*/ 1076918 h 1076918"/>
                <a:gd name="connsiteX2" fmla="*/ 807689 w 807688"/>
                <a:gd name="connsiteY2" fmla="*/ 0 h 1076918"/>
                <a:gd name="connsiteX3" fmla="*/ 0 w 807688"/>
                <a:gd name="connsiteY3" fmla="*/ 0 h 1076918"/>
                <a:gd name="connsiteX4" fmla="*/ 26923 w 807688"/>
                <a:gd name="connsiteY4" fmla="*/ 26923 h 1076918"/>
                <a:gd name="connsiteX5" fmla="*/ 780766 w 807688"/>
                <a:gd name="connsiteY5" fmla="*/ 26923 h 1076918"/>
                <a:gd name="connsiteX6" fmla="*/ 780766 w 807688"/>
                <a:gd name="connsiteY6" fmla="*/ 1049995 h 1076918"/>
                <a:gd name="connsiteX7" fmla="*/ 26923 w 807688"/>
                <a:gd name="connsiteY7" fmla="*/ 1049995 h 107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07688" h="1076918">
                  <a:moveTo>
                    <a:pt x="0" y="1076918"/>
                  </a:moveTo>
                  <a:lnTo>
                    <a:pt x="807689" y="1076918"/>
                  </a:lnTo>
                  <a:lnTo>
                    <a:pt x="807689" y="0"/>
                  </a:lnTo>
                  <a:lnTo>
                    <a:pt x="0" y="0"/>
                  </a:lnTo>
                  <a:close/>
                  <a:moveTo>
                    <a:pt x="26923" y="26923"/>
                  </a:moveTo>
                  <a:lnTo>
                    <a:pt x="780766" y="26923"/>
                  </a:lnTo>
                  <a:lnTo>
                    <a:pt x="780766" y="1049995"/>
                  </a:lnTo>
                  <a:lnTo>
                    <a:pt x="26923" y="1049995"/>
                  </a:lnTo>
                  <a:close/>
                </a:path>
              </a:pathLst>
            </a:custGeom>
            <a:grpFill/>
            <a:ln w="13395" cap="flat">
              <a:solidFill>
                <a:srgbClr val="ACC0C4"/>
              </a:solidFill>
              <a:prstDash val="solid"/>
              <a:miter/>
            </a:ln>
          </p:spPr>
          <p:txBody>
            <a:bodyPr rtlCol="0" anchor="ctr"/>
            <a:lstStyle/>
            <a:p>
              <a:endParaRPr lang="en-GB"/>
            </a:p>
          </p:txBody>
        </p:sp>
      </p:grpSp>
      <p:sp>
        <p:nvSpPr>
          <p:cNvPr id="72" name="Text Placeholder 25">
            <a:extLst>
              <a:ext uri="{FF2B5EF4-FFF2-40B4-BE49-F238E27FC236}">
                <a16:creationId xmlns:a16="http://schemas.microsoft.com/office/drawing/2014/main" id="{42520BC6-8B92-A16D-3D5D-9FBAE008E31F}"/>
              </a:ext>
            </a:extLst>
          </p:cNvPr>
          <p:cNvSpPr txBox="1">
            <a:spLocks/>
          </p:cNvSpPr>
          <p:nvPr/>
        </p:nvSpPr>
        <p:spPr>
          <a:xfrm>
            <a:off x="10999626" y="10020300"/>
            <a:ext cx="3786027" cy="558374"/>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2000" dirty="0"/>
              <a:t>Bound Risks</a:t>
            </a:r>
          </a:p>
        </p:txBody>
      </p:sp>
      <p:sp>
        <p:nvSpPr>
          <p:cNvPr id="116" name="Text Placeholder 25">
            <a:extLst>
              <a:ext uri="{FF2B5EF4-FFF2-40B4-BE49-F238E27FC236}">
                <a16:creationId xmlns:a16="http://schemas.microsoft.com/office/drawing/2014/main" id="{CE22C337-7602-6810-9B99-2FCD36893FA2}"/>
              </a:ext>
            </a:extLst>
          </p:cNvPr>
          <p:cNvSpPr txBox="1">
            <a:spLocks/>
          </p:cNvSpPr>
          <p:nvPr/>
        </p:nvSpPr>
        <p:spPr>
          <a:xfrm>
            <a:off x="10947098" y="5583642"/>
            <a:ext cx="3204000" cy="513075"/>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2000" dirty="0"/>
              <a:t>Total Signed Capacity</a:t>
            </a:r>
          </a:p>
        </p:txBody>
      </p:sp>
      <p:pic>
        <p:nvPicPr>
          <p:cNvPr id="117" name="Graphic 116" descr="Bar chart outline">
            <a:extLst>
              <a:ext uri="{FF2B5EF4-FFF2-40B4-BE49-F238E27FC236}">
                <a16:creationId xmlns:a16="http://schemas.microsoft.com/office/drawing/2014/main" id="{FA75F157-4683-0B68-8BAE-CF7E74F89A60}"/>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0720960" y="3389450"/>
            <a:ext cx="1292303" cy="1292303"/>
          </a:xfrm>
          <a:prstGeom prst="rect">
            <a:avLst/>
          </a:prstGeom>
        </p:spPr>
      </p:pic>
      <p:sp>
        <p:nvSpPr>
          <p:cNvPr id="118" name="Text Placeholder 25">
            <a:extLst>
              <a:ext uri="{FF2B5EF4-FFF2-40B4-BE49-F238E27FC236}">
                <a16:creationId xmlns:a16="http://schemas.microsoft.com/office/drawing/2014/main" id="{E768D53C-4EDF-0195-F439-253899666A82}"/>
              </a:ext>
            </a:extLst>
          </p:cNvPr>
          <p:cNvSpPr txBox="1">
            <a:spLocks/>
          </p:cNvSpPr>
          <p:nvPr/>
        </p:nvSpPr>
        <p:spPr>
          <a:xfrm>
            <a:off x="19725467" y="10020299"/>
            <a:ext cx="3786027" cy="570333"/>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2000" dirty="0"/>
              <a:t>Quote to Bind Ratio</a:t>
            </a:r>
          </a:p>
        </p:txBody>
      </p:sp>
      <p:pic>
        <p:nvPicPr>
          <p:cNvPr id="130" name="Graphic 129" descr="Inbox Check outline">
            <a:extLst>
              <a:ext uri="{FF2B5EF4-FFF2-40B4-BE49-F238E27FC236}">
                <a16:creationId xmlns:a16="http://schemas.microsoft.com/office/drawing/2014/main" id="{4E4D1A74-5234-D4FA-FE62-68CE1FCCFD0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9524397" y="7850039"/>
            <a:ext cx="1233531" cy="1233531"/>
          </a:xfrm>
          <a:prstGeom prst="rect">
            <a:avLst/>
          </a:prstGeom>
        </p:spPr>
      </p:pic>
      <p:sp>
        <p:nvSpPr>
          <p:cNvPr id="4" name="Text Placeholder 23">
            <a:extLst>
              <a:ext uri="{FF2B5EF4-FFF2-40B4-BE49-F238E27FC236}">
                <a16:creationId xmlns:a16="http://schemas.microsoft.com/office/drawing/2014/main" id="{063825E1-0BD4-A470-B572-43633226D448}"/>
              </a:ext>
            </a:extLst>
          </p:cNvPr>
          <p:cNvSpPr txBox="1">
            <a:spLocks/>
          </p:cNvSpPr>
          <p:nvPr/>
        </p:nvSpPr>
        <p:spPr>
          <a:xfrm>
            <a:off x="2297239" y="4993151"/>
            <a:ext cx="3204000"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$186K</a:t>
            </a:r>
          </a:p>
        </p:txBody>
      </p:sp>
      <p:sp>
        <p:nvSpPr>
          <p:cNvPr id="5" name="Text Placeholder 24">
            <a:extLst>
              <a:ext uri="{FF2B5EF4-FFF2-40B4-BE49-F238E27FC236}">
                <a16:creationId xmlns:a16="http://schemas.microsoft.com/office/drawing/2014/main" id="{0F4A1686-9ED4-E6FB-4D54-13F1F5C11AA2}"/>
              </a:ext>
            </a:extLst>
          </p:cNvPr>
          <p:cNvSpPr txBox="1">
            <a:spLocks/>
          </p:cNvSpPr>
          <p:nvPr/>
        </p:nvSpPr>
        <p:spPr>
          <a:xfrm>
            <a:off x="6795415" y="4993151"/>
            <a:ext cx="3204000"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$58M </a:t>
            </a:r>
          </a:p>
        </p:txBody>
      </p:sp>
      <p:sp>
        <p:nvSpPr>
          <p:cNvPr id="6" name="Text Placeholder 25">
            <a:extLst>
              <a:ext uri="{FF2B5EF4-FFF2-40B4-BE49-F238E27FC236}">
                <a16:creationId xmlns:a16="http://schemas.microsoft.com/office/drawing/2014/main" id="{D0C89D7A-B04A-1CF8-78A3-E17B8DB809E9}"/>
              </a:ext>
            </a:extLst>
          </p:cNvPr>
          <p:cNvSpPr txBox="1">
            <a:spLocks/>
          </p:cNvSpPr>
          <p:nvPr/>
        </p:nvSpPr>
        <p:spPr>
          <a:xfrm>
            <a:off x="10947098" y="4944718"/>
            <a:ext cx="3204000"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$28M</a:t>
            </a:r>
          </a:p>
          <a:p>
            <a:pPr lvl="1"/>
            <a:endParaRPr lang="en-GB" sz="2000" dirty="0"/>
          </a:p>
        </p:txBody>
      </p:sp>
      <p:sp>
        <p:nvSpPr>
          <p:cNvPr id="7" name="Text Placeholder 26">
            <a:extLst>
              <a:ext uri="{FF2B5EF4-FFF2-40B4-BE49-F238E27FC236}">
                <a16:creationId xmlns:a16="http://schemas.microsoft.com/office/drawing/2014/main" id="{78DC28B6-9DEC-1948-4CFC-236A2F51C719}"/>
              </a:ext>
            </a:extLst>
          </p:cNvPr>
          <p:cNvSpPr txBox="1">
            <a:spLocks/>
          </p:cNvSpPr>
          <p:nvPr/>
        </p:nvSpPr>
        <p:spPr>
          <a:xfrm>
            <a:off x="15244752" y="4993151"/>
            <a:ext cx="3204000"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4</a:t>
            </a:r>
          </a:p>
        </p:txBody>
      </p:sp>
      <p:sp>
        <p:nvSpPr>
          <p:cNvPr id="8" name="Text Placeholder 25">
            <a:extLst>
              <a:ext uri="{FF2B5EF4-FFF2-40B4-BE49-F238E27FC236}">
                <a16:creationId xmlns:a16="http://schemas.microsoft.com/office/drawing/2014/main" id="{857D8470-B3B2-3D4B-8CA8-0F669A8F46FF}"/>
              </a:ext>
            </a:extLst>
          </p:cNvPr>
          <p:cNvSpPr txBox="1">
            <a:spLocks/>
          </p:cNvSpPr>
          <p:nvPr/>
        </p:nvSpPr>
        <p:spPr>
          <a:xfrm>
            <a:off x="19613870" y="4950709"/>
            <a:ext cx="3204000"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8 </a:t>
            </a:r>
          </a:p>
        </p:txBody>
      </p:sp>
      <p:sp>
        <p:nvSpPr>
          <p:cNvPr id="9" name="Text Placeholder 23">
            <a:extLst>
              <a:ext uri="{FF2B5EF4-FFF2-40B4-BE49-F238E27FC236}">
                <a16:creationId xmlns:a16="http://schemas.microsoft.com/office/drawing/2014/main" id="{46407699-E3C8-5C11-0148-5813F79F3F30}"/>
              </a:ext>
            </a:extLst>
          </p:cNvPr>
          <p:cNvSpPr txBox="1">
            <a:spLocks/>
          </p:cNvSpPr>
          <p:nvPr/>
        </p:nvSpPr>
        <p:spPr>
          <a:xfrm>
            <a:off x="2297238" y="9426674"/>
            <a:ext cx="3786027"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30</a:t>
            </a:r>
          </a:p>
        </p:txBody>
      </p:sp>
      <p:sp>
        <p:nvSpPr>
          <p:cNvPr id="10" name="Text Placeholder 23">
            <a:extLst>
              <a:ext uri="{FF2B5EF4-FFF2-40B4-BE49-F238E27FC236}">
                <a16:creationId xmlns:a16="http://schemas.microsoft.com/office/drawing/2014/main" id="{A7B48D32-973B-F900-3C72-D4570BB84571}"/>
              </a:ext>
            </a:extLst>
          </p:cNvPr>
          <p:cNvSpPr txBox="1">
            <a:spLocks/>
          </p:cNvSpPr>
          <p:nvPr/>
        </p:nvSpPr>
        <p:spPr>
          <a:xfrm>
            <a:off x="6532389" y="9426674"/>
            <a:ext cx="3786027"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16</a:t>
            </a:r>
          </a:p>
        </p:txBody>
      </p:sp>
      <p:sp>
        <p:nvSpPr>
          <p:cNvPr id="11" name="Text Placeholder 25">
            <a:extLst>
              <a:ext uri="{FF2B5EF4-FFF2-40B4-BE49-F238E27FC236}">
                <a16:creationId xmlns:a16="http://schemas.microsoft.com/office/drawing/2014/main" id="{5BA5DD22-037A-0AB8-7EE6-7782A30787C1}"/>
              </a:ext>
            </a:extLst>
          </p:cNvPr>
          <p:cNvSpPr txBox="1">
            <a:spLocks/>
          </p:cNvSpPr>
          <p:nvPr/>
        </p:nvSpPr>
        <p:spPr>
          <a:xfrm>
            <a:off x="10999626" y="9426674"/>
            <a:ext cx="3786027"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8 </a:t>
            </a:r>
          </a:p>
        </p:txBody>
      </p:sp>
      <p:sp>
        <p:nvSpPr>
          <p:cNvPr id="12" name="Text Placeholder 25">
            <a:extLst>
              <a:ext uri="{FF2B5EF4-FFF2-40B4-BE49-F238E27FC236}">
                <a16:creationId xmlns:a16="http://schemas.microsoft.com/office/drawing/2014/main" id="{486A7978-7238-B22C-9509-765DE71C69C6}"/>
              </a:ext>
            </a:extLst>
          </p:cNvPr>
          <p:cNvSpPr txBox="1">
            <a:spLocks/>
          </p:cNvSpPr>
          <p:nvPr/>
        </p:nvSpPr>
        <p:spPr>
          <a:xfrm>
            <a:off x="15271229" y="9426674"/>
            <a:ext cx="3786027"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67%</a:t>
            </a:r>
          </a:p>
        </p:txBody>
      </p:sp>
      <p:sp>
        <p:nvSpPr>
          <p:cNvPr id="13" name="Text Placeholder 25">
            <a:extLst>
              <a:ext uri="{FF2B5EF4-FFF2-40B4-BE49-F238E27FC236}">
                <a16:creationId xmlns:a16="http://schemas.microsoft.com/office/drawing/2014/main" id="{A85E3170-62CA-1018-2807-16AE5AD6FB0B}"/>
              </a:ext>
            </a:extLst>
          </p:cNvPr>
          <p:cNvSpPr txBox="1">
            <a:spLocks/>
          </p:cNvSpPr>
          <p:nvPr/>
        </p:nvSpPr>
        <p:spPr>
          <a:xfrm>
            <a:off x="19725467" y="9438633"/>
            <a:ext cx="3786027" cy="1152000"/>
          </a:xfrm>
          <a:prstGeom prst="rect">
            <a:avLst/>
          </a:prstGeom>
        </p:spPr>
        <p:txBody>
          <a:bodyPr vert="horz" lIns="0" tIns="0" rIns="0" bIns="0" rtlCol="0">
            <a:noAutofit/>
          </a:bodyPr>
          <a:lstStyle>
            <a:lvl1pPr marL="0" indent="0" algn="l" defTabSz="1828709" rtl="0" eaLnBrk="1" latinLnBrk="0" hangingPunct="1">
              <a:lnSpc>
                <a:spcPct val="100000"/>
              </a:lnSpc>
              <a:spcBef>
                <a:spcPts val="0"/>
              </a:spcBef>
              <a:spcAft>
                <a:spcPts val="8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r>
              <a:rPr lang="en-GB" sz="2800" dirty="0"/>
              <a:t>77%</a:t>
            </a:r>
          </a:p>
        </p:txBody>
      </p:sp>
    </p:spTree>
    <p:extLst>
      <p:ext uri="{BB962C8B-B14F-4D97-AF65-F5344CB8AC3E}">
        <p14:creationId xmlns:p14="http://schemas.microsoft.com/office/powerpoint/2010/main" val="1319766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AB5E1-4243-F74E-82E0-DAC5EF0B970E}"/>
              </a:ext>
            </a:extLst>
          </p:cNvPr>
          <p:cNvSpPr>
            <a:spLocks noGrp="1"/>
          </p:cNvSpPr>
          <p:nvPr>
            <p:ph type="sldNum" sz="quarter" idx="12"/>
          </p:nvPr>
        </p:nvSpPr>
        <p:spPr>
          <a:xfrm>
            <a:off x="22817394" y="12522200"/>
            <a:ext cx="807577" cy="730250"/>
          </a:xfrm>
        </p:spPr>
        <p:txBody>
          <a:bodyPr/>
          <a:lstStyle/>
          <a:p>
            <a:fld id="{91D568E7-61F5-D04E-995D-81EF41C01A2A}" type="slidenum">
              <a:rPr lang="en-GB" smtClean="0"/>
              <a:pPr/>
              <a:t>6</a:t>
            </a:fld>
            <a:endParaRPr lang="en-GB"/>
          </a:p>
        </p:txBody>
      </p:sp>
      <p:sp>
        <p:nvSpPr>
          <p:cNvPr id="85" name="Title 84">
            <a:extLst>
              <a:ext uri="{FF2B5EF4-FFF2-40B4-BE49-F238E27FC236}">
                <a16:creationId xmlns:a16="http://schemas.microsoft.com/office/drawing/2014/main" id="{77FE5671-54C4-EB4E-B648-7301494141E9}"/>
              </a:ext>
            </a:extLst>
          </p:cNvPr>
          <p:cNvSpPr>
            <a:spLocks noGrp="1"/>
          </p:cNvSpPr>
          <p:nvPr>
            <p:ph type="title"/>
          </p:nvPr>
        </p:nvSpPr>
        <p:spPr>
          <a:xfrm>
            <a:off x="2246313" y="936384"/>
            <a:ext cx="21372512" cy="800219"/>
          </a:xfrm>
        </p:spPr>
        <p:txBody>
          <a:bodyPr/>
          <a:lstStyle/>
          <a:p>
            <a:r>
              <a:rPr lang="en-GB" dirty="0"/>
              <a:t>Carriers Approached and Outcomes</a:t>
            </a:r>
          </a:p>
        </p:txBody>
      </p:sp>
      <p:sp>
        <p:nvSpPr>
          <p:cNvPr id="23" name="Subtitle 22">
            <a:extLst>
              <a:ext uri="{FF2B5EF4-FFF2-40B4-BE49-F238E27FC236}">
                <a16:creationId xmlns:a16="http://schemas.microsoft.com/office/drawing/2014/main" id="{95835626-E52F-6941-B766-0829A5AC7177}"/>
              </a:ext>
            </a:extLst>
          </p:cNvPr>
          <p:cNvSpPr>
            <a:spLocks noGrp="1"/>
          </p:cNvSpPr>
          <p:nvPr>
            <p:ph type="subTitle" idx="13"/>
          </p:nvPr>
        </p:nvSpPr>
        <p:spPr>
          <a:xfrm>
            <a:off x="2246313" y="1686568"/>
            <a:ext cx="21372512" cy="615553"/>
          </a:xfrm>
        </p:spPr>
        <p:txBody>
          <a:bodyPr/>
          <a:lstStyle/>
          <a:p>
            <a:r>
              <a:rPr lang="en-GB" dirty="0">
                <a:latin typeface="Helvetica Now Text Light" panose="020B0404030202020204" pitchFamily="34" charset="0"/>
              </a:rPr>
              <a:t>Placement Overview</a:t>
            </a:r>
          </a:p>
        </p:txBody>
      </p:sp>
      <p:sp>
        <p:nvSpPr>
          <p:cNvPr id="70" name="TextBox 69">
            <a:extLst>
              <a:ext uri="{FF2B5EF4-FFF2-40B4-BE49-F238E27FC236}">
                <a16:creationId xmlns:a16="http://schemas.microsoft.com/office/drawing/2014/main" id="{7A9017D9-3BE6-8A20-426B-C16CBD43F3DD}"/>
              </a:ext>
            </a:extLst>
          </p:cNvPr>
          <p:cNvSpPr txBox="1"/>
          <p:nvPr/>
        </p:nvSpPr>
        <p:spPr>
          <a:xfrm>
            <a:off x="589417" y="625293"/>
            <a:ext cx="1364343" cy="1422400"/>
          </a:xfrm>
          <a:prstGeom prst="rect">
            <a:avLst/>
          </a:prstGeom>
          <a:noFill/>
        </p:spPr>
        <p:txBody>
          <a:bodyPr wrap="square" lIns="0" tIns="0" rIns="0" bIns="0" rtlCol="0">
            <a:noAutofit/>
          </a:bodyPr>
          <a:lstStyle/>
          <a:p>
            <a:pPr marL="0" algn="l">
              <a:lnSpc>
                <a:spcPct val="117000"/>
              </a:lnSpc>
              <a:spcAft>
                <a:spcPts val="1000"/>
              </a:spcAft>
            </a:pPr>
            <a:r>
              <a:rPr lang="en-GB" sz="8000" b="0" i="0" dirty="0">
                <a:solidFill>
                  <a:srgbClr val="007585"/>
                </a:solidFill>
                <a:latin typeface="Helvetica Now Text Light" panose="020B0404030202020204" pitchFamily="34" charset="0"/>
              </a:rPr>
              <a:t>1</a:t>
            </a:r>
            <a:endParaRPr lang="en-GB" sz="2400" b="0" i="0" dirty="0">
              <a:solidFill>
                <a:srgbClr val="007585"/>
              </a:solidFill>
              <a:latin typeface="Helvetica Now Text Light" panose="020B0404030202020204" pitchFamily="34" charset="0"/>
            </a:endParaRPr>
          </a:p>
        </p:txBody>
      </p:sp>
      <p:sp>
        <p:nvSpPr>
          <p:cNvPr id="3" name="TextBox 2">
            <a:extLst>
              <a:ext uri="{FF2B5EF4-FFF2-40B4-BE49-F238E27FC236}">
                <a16:creationId xmlns:a16="http://schemas.microsoft.com/office/drawing/2014/main" id="{09AA5FF3-558F-1022-22CF-77E6FE136A89}"/>
              </a:ext>
            </a:extLst>
          </p:cNvPr>
          <p:cNvSpPr txBox="1"/>
          <p:nvPr/>
        </p:nvSpPr>
        <p:spPr>
          <a:xfrm>
            <a:off x="589417" y="4862285"/>
            <a:ext cx="319314" cy="3991429"/>
          </a:xfrm>
          <a:prstGeom prst="rect">
            <a:avLst/>
          </a:prstGeom>
          <a:noFill/>
        </p:spPr>
        <p:txBody>
          <a:bodyPr vert="vert270" wrap="square" lIns="0" tIns="0" rIns="0" bIns="0" rtlCol="0" anchor="ctr">
            <a:noAutofit/>
          </a:bodyPr>
          <a:lstStyle/>
          <a:p>
            <a:pPr marL="0" algn="ctr">
              <a:lnSpc>
                <a:spcPct val="117000"/>
              </a:lnSpc>
              <a:spcAft>
                <a:spcPts val="1000"/>
              </a:spcAft>
            </a:pPr>
            <a:r>
              <a:rPr lang="en-GB" sz="1050" b="0" i="0" dirty="0">
                <a:solidFill>
                  <a:schemeClr val="bg1">
                    <a:lumMod val="65000"/>
                  </a:schemeClr>
                </a:solidFill>
                <a:latin typeface="Helvetica Now Text" panose="020B0504030202020204" pitchFamily="34" charset="77"/>
              </a:rPr>
              <a:t>Powered by Aon Broker Copilot</a:t>
            </a:r>
          </a:p>
        </p:txBody>
      </p:sp>
    </p:spTree>
    <p:extLst>
      <p:ext uri="{BB962C8B-B14F-4D97-AF65-F5344CB8AC3E}">
        <p14:creationId xmlns:p14="http://schemas.microsoft.com/office/powerpoint/2010/main" val="2810893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260599E-3E80-AE40-B0FE-3870FC7AAD75}"/>
              </a:ext>
            </a:extLst>
          </p:cNvPr>
          <p:cNvSpPr>
            <a:spLocks noGrp="1"/>
          </p:cNvSpPr>
          <p:nvPr>
            <p:ph type="title"/>
          </p:nvPr>
        </p:nvSpPr>
        <p:spPr/>
        <p:txBody>
          <a:bodyPr/>
          <a:lstStyle/>
          <a:p>
            <a:r>
              <a:rPr lang="en-GB" dirty="0"/>
              <a:t>Carrier Relationship and Distribution</a:t>
            </a:r>
          </a:p>
        </p:txBody>
      </p:sp>
      <p:sp>
        <p:nvSpPr>
          <p:cNvPr id="3" name="Slide Number Placeholder 2">
            <a:extLst>
              <a:ext uri="{FF2B5EF4-FFF2-40B4-BE49-F238E27FC236}">
                <a16:creationId xmlns:a16="http://schemas.microsoft.com/office/drawing/2014/main" id="{4C1F1675-59A3-AD45-A714-24445DDA6B46}"/>
              </a:ext>
            </a:extLst>
          </p:cNvPr>
          <p:cNvSpPr>
            <a:spLocks noGrp="1"/>
          </p:cNvSpPr>
          <p:nvPr>
            <p:ph type="sldNum" sz="quarter" idx="10"/>
          </p:nvPr>
        </p:nvSpPr>
        <p:spPr/>
        <p:txBody>
          <a:bodyPr/>
          <a:lstStyle/>
          <a:p>
            <a:fld id="{91D568E7-61F5-D04E-995D-81EF41C01A2A}" type="slidenum">
              <a:rPr lang="en-GB" smtClean="0"/>
              <a:pPr/>
              <a:t>7</a:t>
            </a:fld>
            <a:endParaRPr lang="en-GB"/>
          </a:p>
        </p:txBody>
      </p:sp>
      <p:sp>
        <p:nvSpPr>
          <p:cNvPr id="2" name="Footer Placeholder 1">
            <a:extLst>
              <a:ext uri="{FF2B5EF4-FFF2-40B4-BE49-F238E27FC236}">
                <a16:creationId xmlns:a16="http://schemas.microsoft.com/office/drawing/2014/main" id="{F48839F9-E646-41DF-9DE5-33BB6750B46F}"/>
              </a:ext>
            </a:extLst>
          </p:cNvPr>
          <p:cNvSpPr>
            <a:spLocks noGrp="1"/>
          </p:cNvSpPr>
          <p:nvPr>
            <p:ph type="ftr" sz="quarter" idx="11"/>
          </p:nvPr>
        </p:nvSpPr>
        <p:spPr/>
        <p:txBody>
          <a:bodyPr/>
          <a:lstStyle/>
          <a:p>
            <a:r>
              <a:rPr lang="en-GB"/>
              <a:t>Legal Copy Helvetica Regular 8/9.6 White</a:t>
            </a:r>
          </a:p>
        </p:txBody>
      </p:sp>
      <p:sp>
        <p:nvSpPr>
          <p:cNvPr id="7" name="Subtitle 6">
            <a:extLst>
              <a:ext uri="{FF2B5EF4-FFF2-40B4-BE49-F238E27FC236}">
                <a16:creationId xmlns:a16="http://schemas.microsoft.com/office/drawing/2014/main" id="{77D85B01-FCFD-C94C-B338-B5DB868310E8}"/>
              </a:ext>
            </a:extLst>
          </p:cNvPr>
          <p:cNvSpPr>
            <a:spLocks noGrp="1"/>
          </p:cNvSpPr>
          <p:nvPr>
            <p:ph type="subTitle" idx="13"/>
          </p:nvPr>
        </p:nvSpPr>
        <p:spPr/>
        <p:txBody>
          <a:bodyPr/>
          <a:lstStyle/>
          <a:p>
            <a:r>
              <a:rPr lang="en-GB"/>
              <a:t>2</a:t>
            </a:r>
          </a:p>
        </p:txBody>
      </p:sp>
      <p:pic>
        <p:nvPicPr>
          <p:cNvPr id="8" name="Picture Placeholder 7" descr="A person using a computer&#10;&#10;Description automatically generated">
            <a:extLst>
              <a:ext uri="{FF2B5EF4-FFF2-40B4-BE49-F238E27FC236}">
                <a16:creationId xmlns:a16="http://schemas.microsoft.com/office/drawing/2014/main" id="{320F22B0-8E71-F621-8AAC-AE369E090E39}"/>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827440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AB5E1-4243-F74E-82E0-DAC5EF0B970E}"/>
              </a:ext>
            </a:extLst>
          </p:cNvPr>
          <p:cNvSpPr>
            <a:spLocks noGrp="1"/>
          </p:cNvSpPr>
          <p:nvPr>
            <p:ph type="sldNum" sz="quarter" idx="12"/>
          </p:nvPr>
        </p:nvSpPr>
        <p:spPr>
          <a:xfrm>
            <a:off x="22817394" y="12522200"/>
            <a:ext cx="807577" cy="730250"/>
          </a:xfrm>
        </p:spPr>
        <p:txBody>
          <a:bodyPr/>
          <a:lstStyle/>
          <a:p>
            <a:fld id="{91D568E7-61F5-D04E-995D-81EF41C01A2A}" type="slidenum">
              <a:rPr lang="en-GB" smtClean="0"/>
              <a:pPr/>
              <a:t>8</a:t>
            </a:fld>
            <a:endParaRPr lang="en-GB"/>
          </a:p>
        </p:txBody>
      </p:sp>
      <p:sp>
        <p:nvSpPr>
          <p:cNvPr id="85" name="Title 84">
            <a:extLst>
              <a:ext uri="{FF2B5EF4-FFF2-40B4-BE49-F238E27FC236}">
                <a16:creationId xmlns:a16="http://schemas.microsoft.com/office/drawing/2014/main" id="{77FE5671-54C4-EB4E-B648-7301494141E9}"/>
              </a:ext>
            </a:extLst>
          </p:cNvPr>
          <p:cNvSpPr>
            <a:spLocks noGrp="1"/>
          </p:cNvSpPr>
          <p:nvPr>
            <p:ph type="title"/>
          </p:nvPr>
        </p:nvSpPr>
        <p:spPr>
          <a:xfrm>
            <a:off x="2246313" y="936384"/>
            <a:ext cx="21372512" cy="800219"/>
          </a:xfrm>
        </p:spPr>
        <p:txBody>
          <a:bodyPr/>
          <a:lstStyle/>
          <a:p>
            <a:r>
              <a:rPr lang="en-GB" dirty="0"/>
              <a:t>Key Partnerships</a:t>
            </a:r>
          </a:p>
        </p:txBody>
      </p:sp>
      <p:sp>
        <p:nvSpPr>
          <p:cNvPr id="23" name="Subtitle 22">
            <a:extLst>
              <a:ext uri="{FF2B5EF4-FFF2-40B4-BE49-F238E27FC236}">
                <a16:creationId xmlns:a16="http://schemas.microsoft.com/office/drawing/2014/main" id="{95835626-E52F-6941-B766-0829A5AC7177}"/>
              </a:ext>
            </a:extLst>
          </p:cNvPr>
          <p:cNvSpPr>
            <a:spLocks noGrp="1"/>
          </p:cNvSpPr>
          <p:nvPr>
            <p:ph type="subTitle" idx="13"/>
          </p:nvPr>
        </p:nvSpPr>
        <p:spPr>
          <a:xfrm>
            <a:off x="2246313" y="1686568"/>
            <a:ext cx="21372512" cy="615553"/>
          </a:xfrm>
        </p:spPr>
        <p:txBody>
          <a:bodyPr/>
          <a:lstStyle/>
          <a:p>
            <a:r>
              <a:rPr lang="en-GB" dirty="0">
                <a:latin typeface="Helvetica Now Text Light" panose="020B0404030202020204" pitchFamily="34" charset="0"/>
              </a:rPr>
              <a:t>Carrier Relationship and Distribution</a:t>
            </a:r>
          </a:p>
        </p:txBody>
      </p:sp>
      <p:sp>
        <p:nvSpPr>
          <p:cNvPr id="70" name="TextBox 69">
            <a:extLst>
              <a:ext uri="{FF2B5EF4-FFF2-40B4-BE49-F238E27FC236}">
                <a16:creationId xmlns:a16="http://schemas.microsoft.com/office/drawing/2014/main" id="{7A9017D9-3BE6-8A20-426B-C16CBD43F3DD}"/>
              </a:ext>
            </a:extLst>
          </p:cNvPr>
          <p:cNvSpPr txBox="1"/>
          <p:nvPr/>
        </p:nvSpPr>
        <p:spPr>
          <a:xfrm>
            <a:off x="589417" y="625293"/>
            <a:ext cx="1364343" cy="1422400"/>
          </a:xfrm>
          <a:prstGeom prst="rect">
            <a:avLst/>
          </a:prstGeom>
          <a:noFill/>
        </p:spPr>
        <p:txBody>
          <a:bodyPr wrap="square" lIns="0" tIns="0" rIns="0" bIns="0" rtlCol="0">
            <a:noAutofit/>
          </a:bodyPr>
          <a:lstStyle/>
          <a:p>
            <a:pPr marL="0" algn="l">
              <a:lnSpc>
                <a:spcPct val="117000"/>
              </a:lnSpc>
              <a:spcAft>
                <a:spcPts val="1000"/>
              </a:spcAft>
            </a:pPr>
            <a:r>
              <a:rPr lang="en-GB" sz="8000" dirty="0">
                <a:solidFill>
                  <a:srgbClr val="007585"/>
                </a:solidFill>
                <a:latin typeface="Helvetica Now Text Light" panose="020B0404030202020204" pitchFamily="34" charset="0"/>
              </a:rPr>
              <a:t>2</a:t>
            </a:r>
            <a:endParaRPr lang="en-GB" sz="2400" b="0" i="0" dirty="0">
              <a:solidFill>
                <a:srgbClr val="007585"/>
              </a:solidFill>
              <a:latin typeface="Helvetica Now Text Light" panose="020B0404030202020204" pitchFamily="34" charset="0"/>
            </a:endParaRPr>
          </a:p>
        </p:txBody>
      </p:sp>
      <p:sp>
        <p:nvSpPr>
          <p:cNvPr id="3" name="TextBox 2">
            <a:extLst>
              <a:ext uri="{FF2B5EF4-FFF2-40B4-BE49-F238E27FC236}">
                <a16:creationId xmlns:a16="http://schemas.microsoft.com/office/drawing/2014/main" id="{A1D21005-927B-E8D3-D78A-E57A3A6ADD58}"/>
              </a:ext>
            </a:extLst>
          </p:cNvPr>
          <p:cNvSpPr txBox="1"/>
          <p:nvPr/>
        </p:nvSpPr>
        <p:spPr>
          <a:xfrm>
            <a:off x="589417" y="4862285"/>
            <a:ext cx="319314" cy="3991429"/>
          </a:xfrm>
          <a:prstGeom prst="rect">
            <a:avLst/>
          </a:prstGeom>
          <a:noFill/>
        </p:spPr>
        <p:txBody>
          <a:bodyPr vert="vert270" wrap="square" lIns="0" tIns="0" rIns="0" bIns="0" rtlCol="0" anchor="ctr">
            <a:noAutofit/>
          </a:bodyPr>
          <a:lstStyle/>
          <a:p>
            <a:pPr marL="0" algn="ctr">
              <a:lnSpc>
                <a:spcPct val="117000"/>
              </a:lnSpc>
              <a:spcAft>
                <a:spcPts val="1000"/>
              </a:spcAft>
            </a:pPr>
            <a:r>
              <a:rPr lang="en-GB" sz="1050" b="0" i="0" dirty="0">
                <a:solidFill>
                  <a:schemeClr val="bg1">
                    <a:lumMod val="65000"/>
                  </a:schemeClr>
                </a:solidFill>
                <a:latin typeface="Helvetica Now Text" panose="020B0504030202020204" pitchFamily="34" charset="77"/>
              </a:rPr>
              <a:t>Powered by Aon Broker Copilot</a:t>
            </a:r>
          </a:p>
        </p:txBody>
      </p:sp>
      <p:sp>
        <p:nvSpPr>
          <p:cNvPr id="10" name="Rectangle 9">
            <a:extLst>
              <a:ext uri="{FF2B5EF4-FFF2-40B4-BE49-F238E27FC236}">
                <a16:creationId xmlns:a16="http://schemas.microsoft.com/office/drawing/2014/main" id="{C6E187ED-0CB6-563F-8E54-10291E79816D}"/>
              </a:ext>
            </a:extLst>
          </p:cNvPr>
          <p:cNvSpPr/>
          <p:nvPr/>
        </p:nvSpPr>
        <p:spPr>
          <a:xfrm>
            <a:off x="16078200" y="3052304"/>
            <a:ext cx="7142982" cy="859359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000" b="0" i="0" dirty="0">
              <a:solidFill>
                <a:schemeClr val="tx2"/>
              </a:solidFill>
              <a:latin typeface="Helvetica Now Text" panose="020B0504030202020204" pitchFamily="34" charset="77"/>
            </a:endParaRPr>
          </a:p>
        </p:txBody>
      </p:sp>
      <p:sp>
        <p:nvSpPr>
          <p:cNvPr id="11" name="TextBox 10">
            <a:extLst>
              <a:ext uri="{FF2B5EF4-FFF2-40B4-BE49-F238E27FC236}">
                <a16:creationId xmlns:a16="http://schemas.microsoft.com/office/drawing/2014/main" id="{13D9E89F-8E77-6108-3EBB-35AE2668C827}"/>
              </a:ext>
            </a:extLst>
          </p:cNvPr>
          <p:cNvSpPr txBox="1"/>
          <p:nvPr/>
        </p:nvSpPr>
        <p:spPr>
          <a:xfrm>
            <a:off x="16437882" y="3543300"/>
            <a:ext cx="6498318" cy="7734300"/>
          </a:xfrm>
          <a:prstGeom prst="rect">
            <a:avLst/>
          </a:prstGeom>
          <a:noFill/>
        </p:spPr>
        <p:txBody>
          <a:bodyPr wrap="square" lIns="0" tIns="0" rIns="0" bIns="0" rtlCol="0">
            <a:noAutofit/>
          </a:bodyPr>
          <a:lstStyle/>
          <a:p>
            <a:pPr>
              <a:lnSpc>
                <a:spcPct val="117000"/>
              </a:lnSpc>
              <a:spcAft>
                <a:spcPts val="1000"/>
              </a:spcAft>
            </a:pPr>
            <a:r>
              <a:rPr lang="en-GB" sz="2800" dirty="0">
                <a:effectLst/>
                <a:latin typeface="Helvetica Now Text" panose="020B0504030202020204" pitchFamily="34" charset="0"/>
                <a:ea typeface="Times New Roman" panose="02020603050405020304" pitchFamily="18" charset="0"/>
              </a:rPr>
              <a:t>Findings</a:t>
            </a:r>
            <a:endParaRPr lang="en-GB" sz="1600" dirty="0">
              <a:solidFill>
                <a:srgbClr val="546972"/>
              </a:solidFill>
              <a:latin typeface="Helvetica Now Text" panose="020B0504030202020204" pitchFamily="34" charset="0"/>
              <a:ea typeface="Times New Roman" panose="02020603050405020304" pitchFamily="18" charset="0"/>
            </a:endParaRPr>
          </a:p>
          <a:p>
            <a:pPr>
              <a:lnSpc>
                <a:spcPct val="117000"/>
              </a:lnSpc>
              <a:spcAft>
                <a:spcPts val="1000"/>
              </a:spcAft>
            </a:pPr>
            <a:endParaRPr lang="en-GB" sz="1600" dirty="0">
              <a:solidFill>
                <a:srgbClr val="546972"/>
              </a:solidFill>
              <a:effectLst/>
              <a:latin typeface="Helvetica Now Text" panose="020B0504030202020204" pitchFamily="34" charset="0"/>
              <a:ea typeface="Times New Roman" panose="02020603050405020304" pitchFamily="18" charset="0"/>
            </a:endParaRPr>
          </a:p>
          <a:p>
            <a:pPr marL="342900" indent="-342900">
              <a:lnSpc>
                <a:spcPct val="117000"/>
              </a:lnSpc>
              <a:spcAft>
                <a:spcPts val="1000"/>
              </a:spcAft>
              <a:buFont typeface="Wingdings" panose="05000000000000000000" pitchFamily="2" charset="2"/>
              <a:buChar char="§"/>
            </a:pPr>
            <a:r>
              <a:rPr lang="en-GB" sz="1600" b="1" dirty="0">
                <a:solidFill>
                  <a:srgbClr val="546972"/>
                </a:solidFill>
                <a:effectLst/>
                <a:latin typeface="Helvetica Now Text" panose="020B0504030202020204" pitchFamily="34" charset="0"/>
                <a:ea typeface="Times New Roman" panose="02020603050405020304" pitchFamily="18" charset="0"/>
              </a:rPr>
              <a:t>AXA </a:t>
            </a:r>
            <a:r>
              <a:rPr lang="en-GB" sz="1600" dirty="0">
                <a:solidFill>
                  <a:srgbClr val="546972"/>
                </a:solidFill>
                <a:effectLst/>
                <a:latin typeface="Helvetica Now Text" panose="020B0504030202020204" pitchFamily="34" charset="0"/>
                <a:ea typeface="Times New Roman" panose="02020603050405020304" pitchFamily="18" charset="0"/>
              </a:rPr>
              <a:t>holds the largest exposure at $10M, making them a critical partner in providing capacity. This highlights the importance of managing this key relationship carefully to maintain coverage stability.</a:t>
            </a:r>
          </a:p>
          <a:p>
            <a:pPr marL="342900" indent="-342900">
              <a:lnSpc>
                <a:spcPct val="117000"/>
              </a:lnSpc>
              <a:spcAft>
                <a:spcPts val="1000"/>
              </a:spcAft>
              <a:buFont typeface="Wingdings" panose="05000000000000000000" pitchFamily="2" charset="2"/>
              <a:buChar char="§"/>
            </a:pPr>
            <a:r>
              <a:rPr lang="en-GB" sz="1600" b="1" i="0" dirty="0">
                <a:solidFill>
                  <a:srgbClr val="546972"/>
                </a:solidFill>
                <a:latin typeface="Helvetica Now Text" panose="020B0504030202020204" pitchFamily="34" charset="0"/>
              </a:rPr>
              <a:t>AIG</a:t>
            </a:r>
            <a:r>
              <a:rPr lang="en-GB" sz="1600" i="0" dirty="0">
                <a:solidFill>
                  <a:srgbClr val="546972"/>
                </a:solidFill>
                <a:latin typeface="Helvetica Now Text" panose="020B0504030202020204" pitchFamily="34" charset="0"/>
              </a:rPr>
              <a:t>,</a:t>
            </a:r>
            <a:r>
              <a:rPr lang="en-GB" sz="1600" b="1" i="0" dirty="0">
                <a:solidFill>
                  <a:srgbClr val="546972"/>
                </a:solidFill>
                <a:latin typeface="Helvetica Now Text" panose="020B0504030202020204" pitchFamily="34" charset="0"/>
              </a:rPr>
              <a:t> Ironshore</a:t>
            </a:r>
            <a:r>
              <a:rPr lang="en-GB" sz="1600" i="0" dirty="0">
                <a:solidFill>
                  <a:srgbClr val="546972"/>
                </a:solidFill>
                <a:latin typeface="Helvetica Now Text" panose="020B0504030202020204" pitchFamily="34" charset="0"/>
              </a:rPr>
              <a:t>,</a:t>
            </a:r>
            <a:r>
              <a:rPr lang="en-GB" sz="1600" b="1" i="0" dirty="0">
                <a:solidFill>
                  <a:srgbClr val="546972"/>
                </a:solidFill>
                <a:latin typeface="Helvetica Now Text" panose="020B0504030202020204" pitchFamily="34" charset="0"/>
              </a:rPr>
              <a:t> </a:t>
            </a:r>
            <a:r>
              <a:rPr lang="en-GB" sz="1600" i="0" dirty="0">
                <a:solidFill>
                  <a:srgbClr val="546972"/>
                </a:solidFill>
                <a:latin typeface="Helvetica Now Text" panose="020B0504030202020204" pitchFamily="34" charset="0"/>
              </a:rPr>
              <a:t>and </a:t>
            </a:r>
            <a:r>
              <a:rPr lang="en-GB" sz="1600" b="1" i="0" dirty="0">
                <a:solidFill>
                  <a:srgbClr val="546972"/>
                </a:solidFill>
                <a:latin typeface="Helvetica Now Text" panose="020B0504030202020204" pitchFamily="34" charset="0"/>
              </a:rPr>
              <a:t>AXA </a:t>
            </a:r>
            <a:r>
              <a:rPr lang="en-GB" sz="1600" i="0" dirty="0">
                <a:solidFill>
                  <a:srgbClr val="546972"/>
                </a:solidFill>
                <a:latin typeface="Helvetica Now Text" panose="020B0504030202020204" pitchFamily="34" charset="0"/>
              </a:rPr>
              <a:t>collectively receive the largest share of premium, reflecting the strong reliance of these carriers on your business. The premium concentration with these carriers indicates deep, strategic relationships that are mutually beneficial. </a:t>
            </a:r>
          </a:p>
          <a:p>
            <a:pPr marL="342900" indent="-342900">
              <a:lnSpc>
                <a:spcPct val="117000"/>
              </a:lnSpc>
              <a:spcAft>
                <a:spcPts val="1000"/>
              </a:spcAft>
              <a:buFont typeface="Wingdings" panose="05000000000000000000" pitchFamily="2" charset="2"/>
              <a:buChar char="§"/>
            </a:pPr>
            <a:r>
              <a:rPr lang="en-GB" sz="1600" dirty="0">
                <a:solidFill>
                  <a:srgbClr val="546972"/>
                </a:solidFill>
                <a:latin typeface="Helvetica Now Text" panose="020B0504030202020204" pitchFamily="34" charset="0"/>
              </a:rPr>
              <a:t>The equal spread of participation across multiple carriers and layers ensures that the risk is well-distributed. This balanced structure ensures competitive pricing and capacity flexibility, making the placement more resilient and less susceptible to volatility from a single carrier. </a:t>
            </a:r>
            <a:endParaRPr lang="en-GB" sz="2000" i="0" dirty="0">
              <a:solidFill>
                <a:schemeClr val="tx1">
                  <a:lumMod val="50000"/>
                  <a:lumOff val="50000"/>
                </a:schemeClr>
              </a:solidFill>
              <a:latin typeface="Helvetica Now Text" panose="020B0504030202020204" pitchFamily="34" charset="0"/>
            </a:endParaRPr>
          </a:p>
          <a:p>
            <a:pPr marL="342900" indent="-342900">
              <a:lnSpc>
                <a:spcPct val="117000"/>
              </a:lnSpc>
              <a:spcAft>
                <a:spcPts val="1000"/>
              </a:spcAft>
              <a:buFont typeface="Wingdings" panose="05000000000000000000" pitchFamily="2" charset="2"/>
              <a:buChar char="§"/>
            </a:pPr>
            <a:endParaRPr lang="en-GB" sz="2000" b="0" i="0" dirty="0">
              <a:solidFill>
                <a:schemeClr val="tx1">
                  <a:lumMod val="50000"/>
                  <a:lumOff val="50000"/>
                </a:schemeClr>
              </a:solidFill>
              <a:latin typeface="Helvetica Now Text" panose="020B0504030202020204" pitchFamily="34" charset="0"/>
            </a:endParaRPr>
          </a:p>
        </p:txBody>
      </p:sp>
    </p:spTree>
    <p:extLst>
      <p:ext uri="{BB962C8B-B14F-4D97-AF65-F5344CB8AC3E}">
        <p14:creationId xmlns:p14="http://schemas.microsoft.com/office/powerpoint/2010/main" val="48247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AB5E1-4243-F74E-82E0-DAC5EF0B970E}"/>
              </a:ext>
            </a:extLst>
          </p:cNvPr>
          <p:cNvSpPr>
            <a:spLocks noGrp="1"/>
          </p:cNvSpPr>
          <p:nvPr>
            <p:ph type="sldNum" sz="quarter" idx="12"/>
          </p:nvPr>
        </p:nvSpPr>
        <p:spPr>
          <a:xfrm>
            <a:off x="22817394" y="12522200"/>
            <a:ext cx="807577" cy="730250"/>
          </a:xfrm>
        </p:spPr>
        <p:txBody>
          <a:bodyPr/>
          <a:lstStyle/>
          <a:p>
            <a:fld id="{91D568E7-61F5-D04E-995D-81EF41C01A2A}" type="slidenum">
              <a:rPr lang="en-GB" smtClean="0"/>
              <a:pPr/>
              <a:t>9</a:t>
            </a:fld>
            <a:endParaRPr lang="en-GB"/>
          </a:p>
        </p:txBody>
      </p:sp>
      <p:sp>
        <p:nvSpPr>
          <p:cNvPr id="85" name="Title 84">
            <a:extLst>
              <a:ext uri="{FF2B5EF4-FFF2-40B4-BE49-F238E27FC236}">
                <a16:creationId xmlns:a16="http://schemas.microsoft.com/office/drawing/2014/main" id="{77FE5671-54C4-EB4E-B648-7301494141E9}"/>
              </a:ext>
            </a:extLst>
          </p:cNvPr>
          <p:cNvSpPr>
            <a:spLocks noGrp="1"/>
          </p:cNvSpPr>
          <p:nvPr>
            <p:ph type="title"/>
          </p:nvPr>
        </p:nvSpPr>
        <p:spPr>
          <a:xfrm>
            <a:off x="2246313" y="936384"/>
            <a:ext cx="21372512" cy="800219"/>
          </a:xfrm>
        </p:spPr>
        <p:txBody>
          <a:bodyPr/>
          <a:lstStyle/>
          <a:p>
            <a:r>
              <a:rPr lang="en-GB" dirty="0"/>
              <a:t>Price and Supply Analysis</a:t>
            </a:r>
          </a:p>
        </p:txBody>
      </p:sp>
      <p:sp>
        <p:nvSpPr>
          <p:cNvPr id="23" name="Subtitle 22">
            <a:extLst>
              <a:ext uri="{FF2B5EF4-FFF2-40B4-BE49-F238E27FC236}">
                <a16:creationId xmlns:a16="http://schemas.microsoft.com/office/drawing/2014/main" id="{95835626-E52F-6941-B766-0829A5AC7177}"/>
              </a:ext>
            </a:extLst>
          </p:cNvPr>
          <p:cNvSpPr>
            <a:spLocks noGrp="1"/>
          </p:cNvSpPr>
          <p:nvPr>
            <p:ph type="subTitle" idx="13"/>
          </p:nvPr>
        </p:nvSpPr>
        <p:spPr>
          <a:xfrm>
            <a:off x="2246313" y="1686568"/>
            <a:ext cx="21372512" cy="615553"/>
          </a:xfrm>
        </p:spPr>
        <p:txBody>
          <a:bodyPr/>
          <a:lstStyle/>
          <a:p>
            <a:r>
              <a:rPr lang="en-GB" dirty="0">
                <a:latin typeface="Helvetica Now Text Light" panose="020B0404030202020204" pitchFamily="34" charset="0"/>
              </a:rPr>
              <a:t>Carrier Relationship and Distribution</a:t>
            </a:r>
          </a:p>
        </p:txBody>
      </p:sp>
      <p:sp>
        <p:nvSpPr>
          <p:cNvPr id="70" name="TextBox 69">
            <a:extLst>
              <a:ext uri="{FF2B5EF4-FFF2-40B4-BE49-F238E27FC236}">
                <a16:creationId xmlns:a16="http://schemas.microsoft.com/office/drawing/2014/main" id="{7A9017D9-3BE6-8A20-426B-C16CBD43F3DD}"/>
              </a:ext>
            </a:extLst>
          </p:cNvPr>
          <p:cNvSpPr txBox="1"/>
          <p:nvPr/>
        </p:nvSpPr>
        <p:spPr>
          <a:xfrm>
            <a:off x="589417" y="625293"/>
            <a:ext cx="1364343" cy="1422400"/>
          </a:xfrm>
          <a:prstGeom prst="rect">
            <a:avLst/>
          </a:prstGeom>
          <a:noFill/>
        </p:spPr>
        <p:txBody>
          <a:bodyPr wrap="square" lIns="0" tIns="0" rIns="0" bIns="0" rtlCol="0">
            <a:noAutofit/>
          </a:bodyPr>
          <a:lstStyle/>
          <a:p>
            <a:pPr marL="0" algn="l">
              <a:lnSpc>
                <a:spcPct val="117000"/>
              </a:lnSpc>
              <a:spcAft>
                <a:spcPts val="1000"/>
              </a:spcAft>
            </a:pPr>
            <a:r>
              <a:rPr lang="en-GB" sz="8000" dirty="0">
                <a:solidFill>
                  <a:srgbClr val="007585"/>
                </a:solidFill>
                <a:latin typeface="Helvetica Now Text Light" panose="020B0404030202020204" pitchFamily="34" charset="0"/>
              </a:rPr>
              <a:t>2</a:t>
            </a:r>
            <a:endParaRPr lang="en-GB" sz="2400" b="0" i="0" dirty="0">
              <a:solidFill>
                <a:srgbClr val="007585"/>
              </a:solidFill>
              <a:latin typeface="Helvetica Now Text Light" panose="020B0404030202020204" pitchFamily="34" charset="0"/>
            </a:endParaRPr>
          </a:p>
        </p:txBody>
      </p:sp>
      <p:sp>
        <p:nvSpPr>
          <p:cNvPr id="3" name="TextBox 2">
            <a:extLst>
              <a:ext uri="{FF2B5EF4-FFF2-40B4-BE49-F238E27FC236}">
                <a16:creationId xmlns:a16="http://schemas.microsoft.com/office/drawing/2014/main" id="{3A8A1527-FC85-F341-36AF-968830CB5C44}"/>
              </a:ext>
            </a:extLst>
          </p:cNvPr>
          <p:cNvSpPr txBox="1"/>
          <p:nvPr/>
        </p:nvSpPr>
        <p:spPr>
          <a:xfrm>
            <a:off x="589417" y="4862285"/>
            <a:ext cx="319314" cy="3991429"/>
          </a:xfrm>
          <a:prstGeom prst="rect">
            <a:avLst/>
          </a:prstGeom>
          <a:noFill/>
        </p:spPr>
        <p:txBody>
          <a:bodyPr vert="vert270" wrap="square" lIns="0" tIns="0" rIns="0" bIns="0" rtlCol="0" anchor="ctr">
            <a:noAutofit/>
          </a:bodyPr>
          <a:lstStyle/>
          <a:p>
            <a:pPr marL="0" algn="ctr">
              <a:lnSpc>
                <a:spcPct val="117000"/>
              </a:lnSpc>
              <a:spcAft>
                <a:spcPts val="1000"/>
              </a:spcAft>
            </a:pPr>
            <a:r>
              <a:rPr lang="en-GB" sz="1050" b="0" i="0" dirty="0">
                <a:solidFill>
                  <a:schemeClr val="bg1">
                    <a:lumMod val="65000"/>
                  </a:schemeClr>
                </a:solidFill>
                <a:latin typeface="Helvetica Now Text" panose="020B0504030202020204" pitchFamily="34" charset="77"/>
              </a:rPr>
              <a:t>Powered by Aon Broker Copilot</a:t>
            </a:r>
          </a:p>
        </p:txBody>
      </p:sp>
      <p:sp>
        <p:nvSpPr>
          <p:cNvPr id="8" name="Rectangle 7">
            <a:extLst>
              <a:ext uri="{FF2B5EF4-FFF2-40B4-BE49-F238E27FC236}">
                <a16:creationId xmlns:a16="http://schemas.microsoft.com/office/drawing/2014/main" id="{D33F35AD-65D6-A876-9E62-697664EC1313}"/>
              </a:ext>
            </a:extLst>
          </p:cNvPr>
          <p:cNvSpPr/>
          <p:nvPr/>
        </p:nvSpPr>
        <p:spPr>
          <a:xfrm>
            <a:off x="2246311" y="2760204"/>
            <a:ext cx="7971746" cy="897459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000" b="0" i="0" dirty="0">
              <a:solidFill>
                <a:schemeClr val="tx2"/>
              </a:solidFill>
              <a:latin typeface="Helvetica Now Text" panose="020B0504030202020204" pitchFamily="34" charset="77"/>
            </a:endParaRPr>
          </a:p>
        </p:txBody>
      </p:sp>
      <p:sp>
        <p:nvSpPr>
          <p:cNvPr id="9" name="TextBox 8">
            <a:extLst>
              <a:ext uri="{FF2B5EF4-FFF2-40B4-BE49-F238E27FC236}">
                <a16:creationId xmlns:a16="http://schemas.microsoft.com/office/drawing/2014/main" id="{8ACD0EB3-7818-C0C9-6972-DD1A624CB752}"/>
              </a:ext>
            </a:extLst>
          </p:cNvPr>
          <p:cNvSpPr txBox="1"/>
          <p:nvPr/>
        </p:nvSpPr>
        <p:spPr>
          <a:xfrm>
            <a:off x="2493281" y="3052304"/>
            <a:ext cx="7405462" cy="7499581"/>
          </a:xfrm>
          <a:prstGeom prst="rect">
            <a:avLst/>
          </a:prstGeom>
          <a:noFill/>
        </p:spPr>
        <p:txBody>
          <a:bodyPr wrap="square" lIns="0" tIns="0" rIns="0" bIns="0" rtlCol="0">
            <a:noAutofit/>
          </a:bodyPr>
          <a:lstStyle/>
          <a:p>
            <a:pPr marL="342900" indent="-342900">
              <a:lnSpc>
                <a:spcPct val="117000"/>
              </a:lnSpc>
              <a:spcAft>
                <a:spcPts val="1000"/>
              </a:spcAft>
              <a:buFont typeface="Wingdings" panose="05000000000000000000" pitchFamily="2" charset="2"/>
              <a:buChar char="§"/>
            </a:pPr>
            <a:r>
              <a:rPr lang="en-GB" sz="1600" dirty="0">
                <a:solidFill>
                  <a:srgbClr val="546972"/>
                </a:solidFill>
                <a:latin typeface="Helvetica Now Text" panose="020B0504030202020204" pitchFamily="34" charset="0"/>
              </a:rPr>
              <a:t>The placement reveals a balance between capacity and pricing competitiveness across carriers. </a:t>
            </a:r>
            <a:r>
              <a:rPr lang="en-GB" sz="1600" b="1" dirty="0">
                <a:solidFill>
                  <a:srgbClr val="546972"/>
                </a:solidFill>
                <a:latin typeface="Helvetica Now Text" panose="020B0504030202020204" pitchFamily="34" charset="0"/>
              </a:rPr>
              <a:t>AXA</a:t>
            </a:r>
            <a:r>
              <a:rPr lang="en-GB" sz="1600" dirty="0">
                <a:solidFill>
                  <a:srgbClr val="546972"/>
                </a:solidFill>
                <a:latin typeface="Helvetica Now Text" panose="020B0504030202020204" pitchFamily="34" charset="0"/>
              </a:rPr>
              <a:t> provides the highest capacity, though at a slightly higher price, making them a dependable option for coverage when securing large amounts of capacity is a priority.</a:t>
            </a:r>
          </a:p>
          <a:p>
            <a:pPr marL="342900" indent="-342900">
              <a:lnSpc>
                <a:spcPct val="117000"/>
              </a:lnSpc>
              <a:spcAft>
                <a:spcPts val="1000"/>
              </a:spcAft>
              <a:buFont typeface="Wingdings" panose="05000000000000000000" pitchFamily="2" charset="2"/>
              <a:buChar char="§"/>
            </a:pPr>
            <a:r>
              <a:rPr lang="en-GB" sz="1600" b="1" dirty="0">
                <a:solidFill>
                  <a:srgbClr val="546972"/>
                </a:solidFill>
                <a:latin typeface="Helvetica Now Text" panose="020B0504030202020204" pitchFamily="34" charset="0"/>
              </a:rPr>
              <a:t>Ironshore</a:t>
            </a:r>
            <a:r>
              <a:rPr lang="en-GB" sz="1600" dirty="0">
                <a:solidFill>
                  <a:srgbClr val="546972"/>
                </a:solidFill>
                <a:latin typeface="Helvetica Now Text" panose="020B0504030202020204" pitchFamily="34" charset="0"/>
              </a:rPr>
              <a:t>, </a:t>
            </a:r>
            <a:r>
              <a:rPr lang="en-GB" sz="1600" b="1" dirty="0">
                <a:solidFill>
                  <a:srgbClr val="546972"/>
                </a:solidFill>
                <a:latin typeface="Helvetica Now Text" panose="020B0504030202020204" pitchFamily="34" charset="0"/>
              </a:rPr>
              <a:t>AIG</a:t>
            </a:r>
            <a:r>
              <a:rPr lang="en-GB" sz="1600" dirty="0">
                <a:solidFill>
                  <a:srgbClr val="546972"/>
                </a:solidFill>
                <a:latin typeface="Helvetica Now Text" panose="020B0504030202020204" pitchFamily="34" charset="0"/>
              </a:rPr>
              <a:t>, and </a:t>
            </a:r>
            <a:r>
              <a:rPr lang="en-GB" sz="1600" b="1" dirty="0">
                <a:solidFill>
                  <a:srgbClr val="546972"/>
                </a:solidFill>
                <a:latin typeface="Helvetica Now Text" panose="020B0504030202020204" pitchFamily="34" charset="0"/>
              </a:rPr>
              <a:t>Apollo</a:t>
            </a:r>
            <a:r>
              <a:rPr lang="en-GB" sz="1600" dirty="0">
                <a:solidFill>
                  <a:srgbClr val="546972"/>
                </a:solidFill>
                <a:latin typeface="Helvetica Now Text" panose="020B0504030202020204" pitchFamily="34" charset="0"/>
              </a:rPr>
              <a:t> emerge as cost-efficient options, offering premiums below the average, providing an opportunity to reduce overall premium spend. However, their capacity offerings vary, so their use may depend on layer needs.</a:t>
            </a:r>
          </a:p>
          <a:p>
            <a:pPr marL="342900" indent="-342900">
              <a:lnSpc>
                <a:spcPct val="117000"/>
              </a:lnSpc>
              <a:spcAft>
                <a:spcPts val="1000"/>
              </a:spcAft>
              <a:buFont typeface="Wingdings" panose="05000000000000000000" pitchFamily="2" charset="2"/>
              <a:buChar char="§"/>
            </a:pPr>
            <a:r>
              <a:rPr lang="en-GB" sz="1600" b="1" dirty="0">
                <a:solidFill>
                  <a:srgbClr val="546972"/>
                </a:solidFill>
                <a:latin typeface="Helvetica Now Text" panose="020B0504030202020204" pitchFamily="34" charset="0"/>
              </a:rPr>
              <a:t>Chubb</a:t>
            </a:r>
            <a:r>
              <a:rPr lang="en-GB" sz="1600" dirty="0">
                <a:solidFill>
                  <a:srgbClr val="546972"/>
                </a:solidFill>
                <a:latin typeface="Helvetica Now Text" panose="020B0504030202020204" pitchFamily="34" charset="0"/>
              </a:rPr>
              <a:t> and </a:t>
            </a:r>
            <a:r>
              <a:rPr lang="en-GB" sz="1600" b="1" dirty="0">
                <a:solidFill>
                  <a:srgbClr val="546972"/>
                </a:solidFill>
                <a:latin typeface="Helvetica Now Text" panose="020B0504030202020204" pitchFamily="34" charset="0"/>
              </a:rPr>
              <a:t>Swiss Re </a:t>
            </a:r>
            <a:r>
              <a:rPr lang="en-GB" sz="1600" dirty="0">
                <a:solidFill>
                  <a:srgbClr val="546972"/>
                </a:solidFill>
                <a:latin typeface="Helvetica Now Text" panose="020B0504030202020204" pitchFamily="34" charset="0"/>
              </a:rPr>
              <a:t>offer stability with pricing and capacity close to the market averages, making them solid choices for securing consistent terms without significant premium variability.</a:t>
            </a:r>
          </a:p>
          <a:p>
            <a:pPr marL="342900" indent="-342900">
              <a:lnSpc>
                <a:spcPct val="117000"/>
              </a:lnSpc>
              <a:spcAft>
                <a:spcPts val="1000"/>
              </a:spcAft>
              <a:buFont typeface="Wingdings" panose="05000000000000000000" pitchFamily="2" charset="2"/>
              <a:buChar char="§"/>
            </a:pPr>
            <a:r>
              <a:rPr lang="en-GB" sz="1600" dirty="0">
                <a:solidFill>
                  <a:srgbClr val="546972"/>
                </a:solidFill>
                <a:latin typeface="Helvetica Now Text" panose="020B0504030202020204" pitchFamily="34" charset="0"/>
              </a:rPr>
              <a:t>The analysis highlights the need to strike a balance between lower premiums and sufficient capacity. While competitive pricing helps manage costs, capacity is key to securing full coverage and protecting the placement effectively.</a:t>
            </a:r>
          </a:p>
          <a:p>
            <a:pPr marL="342900" indent="-342900">
              <a:lnSpc>
                <a:spcPct val="117000"/>
              </a:lnSpc>
              <a:spcAft>
                <a:spcPts val="1000"/>
              </a:spcAft>
              <a:buFont typeface="Wingdings" panose="05000000000000000000" pitchFamily="2" charset="2"/>
              <a:buChar char="§"/>
            </a:pPr>
            <a:endParaRPr lang="en-GB" sz="2000" b="0" i="0" dirty="0">
              <a:solidFill>
                <a:schemeClr val="tx1">
                  <a:lumMod val="50000"/>
                  <a:lumOff val="50000"/>
                </a:schemeClr>
              </a:solidFill>
              <a:latin typeface="Helvetica Now Text" panose="020B0504030202020204" pitchFamily="34" charset="0"/>
            </a:endParaRPr>
          </a:p>
        </p:txBody>
      </p:sp>
    </p:spTree>
    <p:extLst>
      <p:ext uri="{BB962C8B-B14F-4D97-AF65-F5344CB8AC3E}">
        <p14:creationId xmlns:p14="http://schemas.microsoft.com/office/powerpoint/2010/main" val="2733862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F4C8DA5-1EF6-EF47-BBC8-7E41F4449DFC}"/>
              </a:ext>
            </a:extLst>
          </p:cNvPr>
          <p:cNvSpPr>
            <a:spLocks noGrp="1"/>
          </p:cNvSpPr>
          <p:nvPr>
            <p:ph type="sldNum" sz="quarter" idx="12"/>
          </p:nvPr>
        </p:nvSpPr>
        <p:spPr>
          <a:xfrm>
            <a:off x="22817394" y="12522200"/>
            <a:ext cx="807577" cy="730250"/>
          </a:xfrm>
        </p:spPr>
        <p:txBody>
          <a:bodyPr/>
          <a:lstStyle/>
          <a:p>
            <a:fld id="{91D568E7-61F5-D04E-995D-81EF41C01A2A}" type="slidenum">
              <a:rPr lang="en-GB" smtClean="0"/>
              <a:pPr/>
              <a:t>10</a:t>
            </a:fld>
            <a:endParaRPr lang="en-GB"/>
          </a:p>
        </p:txBody>
      </p:sp>
      <p:sp>
        <p:nvSpPr>
          <p:cNvPr id="6" name="Text Placeholder 10">
            <a:extLst>
              <a:ext uri="{FF2B5EF4-FFF2-40B4-BE49-F238E27FC236}">
                <a16:creationId xmlns:a16="http://schemas.microsoft.com/office/drawing/2014/main" id="{1692A5CA-B3DE-CB00-7A6F-E770D16970A0}"/>
              </a:ext>
            </a:extLst>
          </p:cNvPr>
          <p:cNvSpPr txBox="1">
            <a:spLocks/>
          </p:cNvSpPr>
          <p:nvPr/>
        </p:nvSpPr>
        <p:spPr>
          <a:xfrm>
            <a:off x="2270931" y="3115610"/>
            <a:ext cx="8395481" cy="4937762"/>
          </a:xfrm>
          <a:prstGeom prst="rect">
            <a:avLst/>
          </a:prstGeom>
        </p:spPr>
        <p:txBody>
          <a:bodyPr/>
          <a:lstStyle>
            <a:lvl1pPr marL="0" indent="0" algn="l" defTabSz="1828709" rtl="0" eaLnBrk="1" latinLnBrk="0" hangingPunct="1">
              <a:lnSpc>
                <a:spcPct val="100000"/>
              </a:lnSpc>
              <a:spcBef>
                <a:spcPts val="0"/>
              </a:spcBef>
              <a:spcAft>
                <a:spcPts val="14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1800" b="1" dirty="0">
                <a:solidFill>
                  <a:schemeClr val="bg1"/>
                </a:solidFill>
              </a:rPr>
              <a:t>For Report Inquiries</a:t>
            </a:r>
          </a:p>
          <a:p>
            <a:pPr lvl="1"/>
            <a:endParaRPr lang="en-GB" sz="2000" dirty="0">
              <a:solidFill>
                <a:schemeClr val="bg1"/>
              </a:solidFill>
            </a:endParaRPr>
          </a:p>
          <a:p>
            <a:r>
              <a:rPr lang="en-GB" sz="1400" dirty="0">
                <a:solidFill>
                  <a:schemeClr val="bg1"/>
                </a:solidFill>
              </a:rPr>
              <a:t>Joe Bloggs</a:t>
            </a:r>
          </a:p>
          <a:p>
            <a:pPr lvl="1"/>
            <a:r>
              <a:rPr lang="en-GB" sz="1400" dirty="0">
                <a:solidFill>
                  <a:schemeClr val="bg1"/>
                </a:solidFill>
              </a:rPr>
              <a:t>Senior Broker </a:t>
            </a:r>
          </a:p>
          <a:p>
            <a:pPr lvl="1"/>
            <a:r>
              <a:rPr lang="en-GB" sz="1400" dirty="0">
                <a:solidFill>
                  <a:schemeClr val="bg1"/>
                </a:solidFill>
              </a:rPr>
              <a:t>+00 (0)000 000 0000 </a:t>
            </a:r>
            <a:br>
              <a:rPr lang="en-GB" sz="1400" dirty="0">
                <a:solidFill>
                  <a:schemeClr val="bg1"/>
                </a:solidFill>
              </a:rPr>
            </a:br>
            <a:r>
              <a:rPr lang="en-GB" sz="1400" dirty="0">
                <a:solidFill>
                  <a:schemeClr val="bg1"/>
                </a:solidFill>
                <a:hlinkClick r:id="rId3">
                  <a:extLst>
                    <a:ext uri="{A12FA001-AC4F-418D-AE19-62706E023703}">
                      <ahyp:hlinkClr xmlns:ahyp="http://schemas.microsoft.com/office/drawing/2018/hyperlinkcolor" val="tx"/>
                    </a:ext>
                  </a:extLst>
                </a:hlinkClick>
              </a:rPr>
              <a:t>Joe.Bloggs@aon.com</a:t>
            </a:r>
            <a:endParaRPr lang="en-GB" sz="1400" dirty="0">
              <a:solidFill>
                <a:schemeClr val="bg1"/>
              </a:solidFill>
            </a:endParaRPr>
          </a:p>
          <a:p>
            <a:pPr lvl="1"/>
            <a:endParaRPr lang="en-GB" sz="1400" dirty="0">
              <a:solidFill>
                <a:schemeClr val="bg1"/>
              </a:solidFill>
            </a:endParaRPr>
          </a:p>
          <a:p>
            <a:r>
              <a:rPr lang="en-GB" sz="1400" dirty="0">
                <a:solidFill>
                  <a:schemeClr val="bg1"/>
                </a:solidFill>
              </a:rPr>
              <a:t>Jane Doe</a:t>
            </a:r>
          </a:p>
          <a:p>
            <a:pPr lvl="1"/>
            <a:r>
              <a:rPr lang="en-GB" sz="1400" dirty="0">
                <a:solidFill>
                  <a:schemeClr val="bg1"/>
                </a:solidFill>
              </a:rPr>
              <a:t>Account Executive </a:t>
            </a:r>
          </a:p>
          <a:p>
            <a:pPr lvl="1"/>
            <a:r>
              <a:rPr lang="en-GB" sz="1400" dirty="0">
                <a:solidFill>
                  <a:schemeClr val="bg1"/>
                </a:solidFill>
              </a:rPr>
              <a:t>+00 (0)000 000 0000 </a:t>
            </a:r>
            <a:br>
              <a:rPr lang="en-GB" sz="1400" dirty="0">
                <a:solidFill>
                  <a:schemeClr val="bg1"/>
                </a:solidFill>
              </a:rPr>
            </a:br>
            <a:r>
              <a:rPr lang="en-GB" sz="1400" dirty="0">
                <a:solidFill>
                  <a:schemeClr val="bg1"/>
                </a:solidFill>
              </a:rPr>
              <a:t>Jane.Doe@aon.com</a:t>
            </a:r>
          </a:p>
          <a:p>
            <a:pPr lvl="1"/>
            <a:endParaRPr lang="en-GB" sz="1600" dirty="0">
              <a:solidFill>
                <a:schemeClr val="bg1"/>
              </a:solidFill>
            </a:endParaRPr>
          </a:p>
          <a:p>
            <a:pPr lvl="1"/>
            <a:endParaRPr lang="en-GB" dirty="0">
              <a:solidFill>
                <a:schemeClr val="bg1"/>
              </a:solidFill>
            </a:endParaRPr>
          </a:p>
        </p:txBody>
      </p:sp>
      <p:sp>
        <p:nvSpPr>
          <p:cNvPr id="7" name="Text Placeholder 35">
            <a:extLst>
              <a:ext uri="{FF2B5EF4-FFF2-40B4-BE49-F238E27FC236}">
                <a16:creationId xmlns:a16="http://schemas.microsoft.com/office/drawing/2014/main" id="{DA46AF35-0238-CAA8-4FA1-16831D9894D2}"/>
              </a:ext>
            </a:extLst>
          </p:cNvPr>
          <p:cNvSpPr txBox="1">
            <a:spLocks/>
          </p:cNvSpPr>
          <p:nvPr/>
        </p:nvSpPr>
        <p:spPr>
          <a:xfrm>
            <a:off x="7057622" y="3115610"/>
            <a:ext cx="5279521" cy="7643439"/>
          </a:xfrm>
          <a:prstGeom prst="rect">
            <a:avLst/>
          </a:prstGeom>
        </p:spPr>
        <p:txBody>
          <a:bodyPr/>
          <a:lstStyle>
            <a:lvl1pPr marL="0" indent="0" algn="l" defTabSz="1828709" rtl="0" eaLnBrk="1" latinLnBrk="0" hangingPunct="1">
              <a:lnSpc>
                <a:spcPct val="100000"/>
              </a:lnSpc>
              <a:spcBef>
                <a:spcPts val="0"/>
              </a:spcBef>
              <a:spcAft>
                <a:spcPts val="1400"/>
              </a:spcAft>
              <a:buFont typeface="Arial" panose="020B0604020202020204" pitchFamily="34" charset="0"/>
              <a:buNone/>
              <a:tabLst/>
              <a:defRPr sz="3000" b="1" i="0" kern="1200">
                <a:solidFill>
                  <a:srgbClr val="D14900"/>
                </a:solidFill>
                <a:latin typeface="Helvetica Now Text" panose="020B0504030202020204" pitchFamily="34" charset="77"/>
                <a:ea typeface="+mn-ea"/>
                <a:cs typeface="+mn-cs"/>
              </a:defRPr>
            </a:lvl1pPr>
            <a:lvl2pPr marL="0" indent="0" algn="l" defTabSz="1828709" rtl="0" eaLnBrk="1" latinLnBrk="0" hangingPunct="1">
              <a:lnSpc>
                <a:spcPct val="117000"/>
              </a:lnSpc>
              <a:spcBef>
                <a:spcPts val="0"/>
              </a:spcBef>
              <a:spcAft>
                <a:spcPts val="1000"/>
              </a:spcAft>
              <a:buFont typeface="Arial" panose="020B0604020202020204" pitchFamily="34" charset="0"/>
              <a:buNone/>
              <a:tabLst/>
              <a:defRPr sz="2400" b="0" i="0" kern="1200">
                <a:solidFill>
                  <a:schemeClr val="tx1"/>
                </a:solidFill>
                <a:latin typeface="Helvetica Now Text" panose="020B0504030202020204" pitchFamily="34" charset="77"/>
                <a:ea typeface="+mn-ea"/>
                <a:cs typeface="+mn-cs"/>
              </a:defRPr>
            </a:lvl2pPr>
            <a:lvl3pPr marL="254000" indent="-254000" algn="l" defTabSz="1828709" rtl="0" eaLnBrk="1" latinLnBrk="0" hangingPunct="1">
              <a:lnSpc>
                <a:spcPct val="117000"/>
              </a:lnSpc>
              <a:spcBef>
                <a:spcPts val="0"/>
              </a:spcBef>
              <a:buClr>
                <a:schemeClr val="tx1"/>
              </a:buClr>
              <a:buFont typeface="Helvetica Neue Condensed Bold" panose="02000503000000020004" pitchFamily="2" charset="0"/>
              <a:buChar char="•"/>
              <a:tabLst/>
              <a:defRPr sz="2400" b="0" i="0" kern="1200">
                <a:solidFill>
                  <a:schemeClr val="tx1"/>
                </a:solidFill>
                <a:latin typeface="Helvetica Now Text" panose="020B0504030202020204" pitchFamily="34" charset="77"/>
                <a:ea typeface="+mn-ea"/>
                <a:cs typeface="+mn-cs"/>
              </a:defRPr>
            </a:lvl3pPr>
            <a:lvl4pPr marL="521208" indent="-254000" algn="l" defTabSz="1828709" rtl="0" eaLnBrk="1" latinLnBrk="0" hangingPunct="1">
              <a:lnSpc>
                <a:spcPct val="117000"/>
              </a:lnSpc>
              <a:spcBef>
                <a:spcPts val="0"/>
              </a:spcBef>
              <a:buClr>
                <a:schemeClr val="tx1"/>
              </a:buClr>
              <a:buSzPct val="80000"/>
              <a:buFont typeface="System Font Regular"/>
              <a:buChar char="○"/>
              <a:tabLst/>
              <a:defRPr sz="2400" b="0" i="0" kern="1200">
                <a:solidFill>
                  <a:schemeClr val="tx1"/>
                </a:solidFill>
                <a:latin typeface="Helvetica Now Text" panose="020B0504030202020204" pitchFamily="34" charset="77"/>
                <a:ea typeface="+mn-ea"/>
                <a:cs typeface="+mn-cs"/>
              </a:defRPr>
            </a:lvl4pPr>
            <a:lvl5pPr marL="914400" indent="-3810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5pPr>
            <a:lvl6pPr marL="1199515" indent="-266700" algn="l" defTabSz="1828709" rtl="0" eaLnBrk="1" latinLnBrk="0" hangingPunct="1">
              <a:lnSpc>
                <a:spcPct val="117000"/>
              </a:lnSpc>
              <a:spcBef>
                <a:spcPts val="0"/>
              </a:spcBef>
              <a:buClr>
                <a:schemeClr val="tx1"/>
              </a:buClr>
              <a:buFont typeface="System Font Regular"/>
              <a:buChar char="–"/>
              <a:tabLst/>
              <a:defRPr sz="2400" b="0" i="0" kern="1200">
                <a:solidFill>
                  <a:schemeClr val="tx1"/>
                </a:solidFill>
                <a:latin typeface="Helvetica Now Text" panose="020B0504030202020204" pitchFamily="34" charset="77"/>
                <a:ea typeface="+mn-ea"/>
                <a:cs typeface="+mn-cs"/>
              </a:defRPr>
            </a:lvl6pPr>
            <a:lvl7pPr marL="45720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7pPr>
            <a:lvl8pPr marL="73152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8pPr>
            <a:lvl9pPr marL="1005840" indent="-457200" algn="l" defTabSz="1828709" rtl="0" eaLnBrk="1" latinLnBrk="0" hangingPunct="1">
              <a:lnSpc>
                <a:spcPct val="117000"/>
              </a:lnSpc>
              <a:spcBef>
                <a:spcPts val="0"/>
              </a:spcBef>
              <a:buFont typeface="+mj-lt"/>
              <a:buAutoNum type="arabicPeriod"/>
              <a:tabLst/>
              <a:defRPr sz="2400" b="0" i="0" kern="1200">
                <a:solidFill>
                  <a:schemeClr val="tx1"/>
                </a:solidFill>
                <a:latin typeface="Helvetica Now Text" panose="020B0504030202020204" pitchFamily="34" charset="77"/>
                <a:ea typeface="+mn-ea"/>
                <a:cs typeface="+mn-cs"/>
              </a:defRPr>
            </a:lvl9pPr>
          </a:lstStyle>
          <a:p>
            <a:pPr lvl="1"/>
            <a:r>
              <a:rPr lang="en-GB" sz="1800" b="1" dirty="0">
                <a:solidFill>
                  <a:srgbClr val="29B0C3"/>
                </a:solidFill>
              </a:rPr>
              <a:t>About Aon </a:t>
            </a:r>
          </a:p>
          <a:p>
            <a:pPr lvl="1"/>
            <a:r>
              <a:rPr lang="en-GB" sz="1400" dirty="0">
                <a:solidFill>
                  <a:schemeClr val="bg1"/>
                </a:solidFill>
              </a:rPr>
              <a:t>Aon plc (NYSE: AON) exists to shape decisions for the better —to protect and enrich the lives of people around the world. Through actionable analytic insight, globally integrated Risk Capital and Human Capital expertise, and locally relevant solutions, our colleagues in over 120 countries and sovereignties provide our clients with the clarity and confidence to make better risk and people decisions that help protect and grow their businesses. </a:t>
            </a:r>
          </a:p>
          <a:p>
            <a:pPr lvl="1"/>
            <a:r>
              <a:rPr lang="en-GB" sz="1400" dirty="0">
                <a:solidFill>
                  <a:schemeClr val="bg1"/>
                </a:solidFill>
              </a:rPr>
              <a:t>aon.com </a:t>
            </a:r>
          </a:p>
          <a:p>
            <a:pPr lvl="1"/>
            <a:r>
              <a:rPr lang="en-GB" sz="1400" dirty="0">
                <a:solidFill>
                  <a:schemeClr val="bg1"/>
                </a:solidFill>
              </a:rPr>
              <a:t>Follow Aon on LinkedIn, X, Facebook and Instagram. Stay up-to-date by visiting Aon’s newsroom and sign up for news alerts here. </a:t>
            </a:r>
          </a:p>
          <a:p>
            <a:pPr lvl="1"/>
            <a:r>
              <a:rPr lang="en-GB" sz="1400" dirty="0">
                <a:solidFill>
                  <a:schemeClr val="bg1"/>
                </a:solidFill>
              </a:rPr>
              <a:t>©2024 Aon plc. All rights reserved. </a:t>
            </a:r>
          </a:p>
          <a:p>
            <a:pPr lvl="1"/>
            <a:r>
              <a:rPr lang="en-GB" sz="1050" dirty="0">
                <a:solidFill>
                  <a:schemeClr val="bg1"/>
                </a:solidFill>
              </a:rPr>
              <a:t>This paper constitutes information only and is not intended to provide advice. Professional advice should always be sought regarding insurance coverage or specific risk issues. Aon in the UK is authorised and regulated by the Financial Conduct Authority (FCA). </a:t>
            </a:r>
          </a:p>
          <a:p>
            <a:pPr lvl="1"/>
            <a:r>
              <a:rPr lang="en-GB" sz="1050" dirty="0">
                <a:solidFill>
                  <a:schemeClr val="bg1"/>
                </a:solidFill>
              </a:rPr>
              <a:t>Aon UK Limited. Registered in England and Wales. Registered number: 00210725. </a:t>
            </a:r>
          </a:p>
          <a:p>
            <a:pPr lvl="1"/>
            <a:r>
              <a:rPr lang="en-GB" sz="1050" dirty="0">
                <a:solidFill>
                  <a:schemeClr val="bg1"/>
                </a:solidFill>
              </a:rPr>
              <a:t>Registered Office: The Aon Centre The Leadenhall Building | 122 Leadenhall Street | London EC3V 4AN. Tel: +44 (0) 20 7623 5500 </a:t>
            </a:r>
          </a:p>
          <a:p>
            <a:pPr lvl="1"/>
            <a:r>
              <a:rPr lang="en-GB" sz="1050" dirty="0">
                <a:solidFill>
                  <a:schemeClr val="bg1"/>
                </a:solidFill>
              </a:rPr>
              <a:t>The information contained herein and the statements expressed are of a general nature and are not intended to address the circumstances of any particular individual or entity or to provide legal, financial or other advice. Although we </a:t>
            </a:r>
            <a:r>
              <a:rPr lang="en-GB" sz="1050" dirty="0" err="1">
                <a:solidFill>
                  <a:schemeClr val="bg1"/>
                </a:solidFill>
              </a:rPr>
              <a:t>endeavor</a:t>
            </a:r>
            <a:r>
              <a:rPr lang="en-GB" sz="1050" dirty="0">
                <a:solidFill>
                  <a:schemeClr val="bg1"/>
                </a:solidFill>
              </a:rPr>
              <a:t> to provide accurate and timely information and use sources we consider reliable, there can be no guarantee that such information is accurate as of the date it is received or that it will continue to be accurate in the future, and Aon accepts no liability for any loss caused by reliance on this document. No one should act on it without appropriate professional advice after a thorough examination of their particular situation.</a:t>
            </a:r>
          </a:p>
        </p:txBody>
      </p:sp>
      <p:sp>
        <p:nvSpPr>
          <p:cNvPr id="3" name="TextBox 2">
            <a:extLst>
              <a:ext uri="{FF2B5EF4-FFF2-40B4-BE49-F238E27FC236}">
                <a16:creationId xmlns:a16="http://schemas.microsoft.com/office/drawing/2014/main" id="{D81C3C26-0E71-4763-5228-1386111065E4}"/>
              </a:ext>
            </a:extLst>
          </p:cNvPr>
          <p:cNvSpPr txBox="1"/>
          <p:nvPr/>
        </p:nvSpPr>
        <p:spPr>
          <a:xfrm>
            <a:off x="589417" y="625293"/>
            <a:ext cx="1364343" cy="1422400"/>
          </a:xfrm>
          <a:prstGeom prst="rect">
            <a:avLst/>
          </a:prstGeom>
          <a:noFill/>
        </p:spPr>
        <p:txBody>
          <a:bodyPr wrap="square" lIns="0" tIns="0" rIns="0" bIns="0" rtlCol="0">
            <a:noAutofit/>
          </a:bodyPr>
          <a:lstStyle/>
          <a:p>
            <a:pPr marL="0" algn="l">
              <a:lnSpc>
                <a:spcPct val="117000"/>
              </a:lnSpc>
              <a:spcAft>
                <a:spcPts val="1000"/>
              </a:spcAft>
            </a:pPr>
            <a:r>
              <a:rPr lang="en-GB" sz="8000" dirty="0">
                <a:solidFill>
                  <a:schemeClr val="bg1"/>
                </a:solidFill>
                <a:latin typeface="Helvetica Now Text Light" panose="020B0404030202020204" pitchFamily="34" charset="0"/>
              </a:rPr>
              <a:t>4</a:t>
            </a:r>
            <a:endParaRPr lang="en-GB" sz="2400" b="0" i="0" dirty="0">
              <a:solidFill>
                <a:schemeClr val="bg1"/>
              </a:solidFill>
              <a:latin typeface="Helvetica Now Text Light" panose="020B0404030202020204" pitchFamily="34" charset="0"/>
            </a:endParaRPr>
          </a:p>
        </p:txBody>
      </p:sp>
      <p:sp>
        <p:nvSpPr>
          <p:cNvPr id="4" name="TextBox 3">
            <a:extLst>
              <a:ext uri="{FF2B5EF4-FFF2-40B4-BE49-F238E27FC236}">
                <a16:creationId xmlns:a16="http://schemas.microsoft.com/office/drawing/2014/main" id="{44E54988-0AE9-D9E5-6BA5-E8F17049DD96}"/>
              </a:ext>
            </a:extLst>
          </p:cNvPr>
          <p:cNvSpPr txBox="1"/>
          <p:nvPr/>
        </p:nvSpPr>
        <p:spPr>
          <a:xfrm>
            <a:off x="589417" y="4862285"/>
            <a:ext cx="319314" cy="3991429"/>
          </a:xfrm>
          <a:prstGeom prst="rect">
            <a:avLst/>
          </a:prstGeom>
          <a:noFill/>
        </p:spPr>
        <p:txBody>
          <a:bodyPr vert="vert270" wrap="square" lIns="0" tIns="0" rIns="0" bIns="0" rtlCol="0" anchor="ctr">
            <a:noAutofit/>
          </a:bodyPr>
          <a:lstStyle/>
          <a:p>
            <a:pPr marL="0" algn="ctr">
              <a:lnSpc>
                <a:spcPct val="117000"/>
              </a:lnSpc>
              <a:spcAft>
                <a:spcPts val="1000"/>
              </a:spcAft>
            </a:pPr>
            <a:r>
              <a:rPr lang="en-GB" sz="1050" b="0" i="0" dirty="0">
                <a:solidFill>
                  <a:schemeClr val="bg2">
                    <a:lumMod val="90000"/>
                  </a:schemeClr>
                </a:solidFill>
                <a:latin typeface="Helvetica Now Text" panose="020B0504030202020204" pitchFamily="34" charset="77"/>
              </a:rPr>
              <a:t>Powered by Aon Broker Copilot</a:t>
            </a:r>
          </a:p>
        </p:txBody>
      </p:sp>
    </p:spTree>
    <p:extLst>
      <p:ext uri="{BB962C8B-B14F-4D97-AF65-F5344CB8AC3E}">
        <p14:creationId xmlns:p14="http://schemas.microsoft.com/office/powerpoint/2010/main" val="3622683901"/>
      </p:ext>
    </p:extLst>
  </p:cSld>
  <p:clrMapOvr>
    <a:masterClrMapping/>
  </p:clrMapOvr>
</p:sld>
</file>

<file path=ppt/theme/theme1.xml><?xml version="1.0" encoding="utf-8"?>
<a:theme xmlns:a="http://schemas.openxmlformats.org/drawingml/2006/main" name="Office Theme">
  <a:themeElements>
    <a:clrScheme name="aon_grays2">
      <a:dk1>
        <a:srgbClr val="000000"/>
      </a:dk1>
      <a:lt1>
        <a:srgbClr val="FFFFFF"/>
      </a:lt1>
      <a:dk2>
        <a:srgbClr val="5D6D78"/>
      </a:dk2>
      <a:lt2>
        <a:srgbClr val="E5EFF0"/>
      </a:lt2>
      <a:accent1>
        <a:srgbClr val="EB0017"/>
      </a:accent1>
      <a:accent2>
        <a:srgbClr val="82939A"/>
      </a:accent2>
      <a:accent3>
        <a:srgbClr val="ACC0C3"/>
      </a:accent3>
      <a:accent4>
        <a:srgbClr val="CDDBDE"/>
      </a:accent4>
      <a:accent5>
        <a:srgbClr val="E5EFF0"/>
      </a:accent5>
      <a:accent6>
        <a:srgbClr val="EEF6F7"/>
      </a:accent6>
      <a:hlink>
        <a:srgbClr val="28AFC3"/>
      </a:hlink>
      <a:folHlink>
        <a:srgbClr val="28AFC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noFill/>
        </a:ln>
      </a:spPr>
      <a:bodyPr rtlCol="0" anchor="ctr"/>
      <a:lstStyle>
        <a:defPPr algn="ctr">
          <a:defRPr sz="3000" b="0" i="0" dirty="0">
            <a:solidFill>
              <a:schemeClr val="tx2"/>
            </a:solidFill>
            <a:latin typeface="Helvetica Now Text" panose="020B0504030202020204" pitchFamily="34" charset="77"/>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accent6"/>
          </a:solidFill>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marL="0" algn="l">
          <a:lnSpc>
            <a:spcPct val="117000"/>
          </a:lnSpc>
          <a:spcAft>
            <a:spcPts val="1000"/>
          </a:spcAft>
          <a:defRPr sz="2400" b="0" i="0" dirty="0" err="1">
            <a:solidFill>
              <a:schemeClr val="tx1"/>
            </a:solidFill>
            <a:latin typeface="Helvetica Now Text" panose="020B0504030202020204" pitchFamily="34" charset="77"/>
          </a:defRPr>
        </a:defPPr>
      </a:lstStyle>
    </a:txDef>
  </a:objectDefaults>
  <a:extraClrSchemeLst/>
  <a:custClrLst>
    <a:custClr name="Teal_Light">
      <a:srgbClr val="29B0C3"/>
    </a:custClr>
    <a:custClr name="Teal_Dark">
      <a:srgbClr val="007585"/>
    </a:custClr>
    <a:custClr name="Orange_Light">
      <a:srgbClr val="F25D00"/>
    </a:custClr>
    <a:custClr name="Orange_Dark">
      <a:srgbClr val="D14900"/>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Navy_01">
      <a:srgbClr val="262836"/>
    </a:custClr>
    <a:custClr name="Gray_01">
      <a:srgbClr val="46535E"/>
    </a:custClr>
    <a:custClr name="Gray_02">
      <a:srgbClr val="5D6D78"/>
    </a:custClr>
    <a:custClr name="Gray_03">
      <a:srgbClr val="82939A"/>
    </a:custClr>
    <a:custClr name="Gray_04">
      <a:srgbClr val="ACC0C4"/>
    </a:custClr>
    <a:custClr name="Gray_05">
      <a:srgbClr val="CDDBDE"/>
    </a:custClr>
    <a:custClr name="Gray_06">
      <a:srgbClr val="E5EFF0"/>
    </a:custClr>
    <a:custClr name="Gray_07">
      <a:srgbClr val="EEF6F7"/>
    </a:custClr>
    <a:custClr name="Gray_08">
      <a:srgbClr val="F9FCFC"/>
    </a:custClr>
    <a:custClr name="BLANK">
      <a:srgbClr val="FFFFFF"/>
    </a:custClr>
    <a:custClr name="Aqua">
      <a:srgbClr val="73E2D8"/>
    </a:custClr>
    <a:custClr name="Teal">
      <a:srgbClr val="29B0C3"/>
    </a:custClr>
    <a:custClr name="Marine">
      <a:srgbClr val="0084BB"/>
    </a:custClr>
    <a:custClr name="Cobalt">
      <a:srgbClr val="0055A8"/>
    </a:custClr>
    <a:custClr name="Blue">
      <a:srgbClr val="101E7F"/>
    </a:custClr>
    <a:custClr name="Plum">
      <a:srgbClr val="6E027F"/>
    </a:custClr>
    <a:custClr name="Magenta">
      <a:srgbClr val="A70070"/>
    </a:custClr>
    <a:custClr name="Raspberry">
      <a:srgbClr val="D10058"/>
    </a:custClr>
    <a:custClr name="Red">
      <a:srgbClr val="EA2238"/>
    </a:custClr>
    <a:custClr name="Orange">
      <a:srgbClr val="F25D00"/>
    </a:custClr>
    <a:custClr name="Yellow">
      <a:srgbClr val="FFA600"/>
    </a:custClr>
    <a:custClr name="Lime">
      <a:srgbClr val="8ABD45"/>
    </a:custClr>
    <a:custClr name="Green">
      <a:srgbClr val="12A88A"/>
    </a:custClr>
  </a:custClrLst>
  <a:extLst>
    <a:ext uri="{05A4C25C-085E-4340-85A3-A5531E510DB2}">
      <thm15:themeFamily xmlns:thm15="http://schemas.microsoft.com/office/thememl/2012/main" name="169_ppt_template_update_Mar_2024" id="{C3B93A95-8524-FA48-AD4F-295639BDAE7D}" vid="{13FDC25D-8001-EA45-BE4B-9B32294F89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4eb8cbaf-18a0-40ab-9f9f-b872637fc883" xsi:nil="true"/>
    <lcf76f155ced4ddcb4097134ff3c332f xmlns="dfc4d910-acac-4a0f-810d-a52515534fbd">
      <Terms xmlns="http://schemas.microsoft.com/office/infopath/2007/PartnerControls"/>
    </lcf76f155ced4ddcb4097134ff3c332f>
    <EpicName xmlns="dfc4d910-acac-4a0f-810d-a52515534fbd" xsi:nil="true"/>
    <Comments xmlns="dfc4d910-acac-4a0f-810d-a52515534fbd" xsi:nil="true"/>
    <Priority xmlns="dfc4d910-acac-4a0f-810d-a52515534fb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B8EBCA25F8ED049B331A3DCB3074ABF" ma:contentTypeVersion="17" ma:contentTypeDescription="Create a new document." ma:contentTypeScope="" ma:versionID="c0c56c7621b77e3995c6f6a8895585d7">
  <xsd:schema xmlns:xsd="http://www.w3.org/2001/XMLSchema" xmlns:xs="http://www.w3.org/2001/XMLSchema" xmlns:p="http://schemas.microsoft.com/office/2006/metadata/properties" xmlns:ns2="dfc4d910-acac-4a0f-810d-a52515534fbd" xmlns:ns3="bf5db5d7-b17b-4e0f-98c7-36fc6a5fdf3a" xmlns:ns4="4eb8cbaf-18a0-40ab-9f9f-b872637fc883" targetNamespace="http://schemas.microsoft.com/office/2006/metadata/properties" ma:root="true" ma:fieldsID="bbebda6422c387ec5f700a1a53a4fc78" ns2:_="" ns3:_="" ns4:_="">
    <xsd:import namespace="dfc4d910-acac-4a0f-810d-a52515534fbd"/>
    <xsd:import namespace="bf5db5d7-b17b-4e0f-98c7-36fc6a5fdf3a"/>
    <xsd:import namespace="4eb8cbaf-18a0-40ab-9f9f-b872637fc88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LengthInSeconds" minOccurs="0"/>
                <xsd:element ref="ns2:Comments" minOccurs="0"/>
                <xsd:element ref="ns2:Priority" minOccurs="0"/>
                <xsd:element ref="ns2:MediaServiceDateTaken"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EpicNam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c4d910-acac-4a0f-810d-a52515534f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2" nillable="true" ma:displayName="MediaLengthInSeconds" ma:hidden="true" ma:internalName="MediaLengthInSeconds" ma:readOnly="true">
      <xsd:simpleType>
        <xsd:restriction base="dms:Unknown"/>
      </xsd:simpleType>
    </xsd:element>
    <xsd:element name="Comments" ma:index="13" nillable="true" ma:displayName="Comments" ma:format="Dropdown" ma:internalName="Comments">
      <xsd:simpleType>
        <xsd:restriction base="dms:Text">
          <xsd:maxLength value="255"/>
        </xsd:restriction>
      </xsd:simpleType>
    </xsd:element>
    <xsd:element name="Priority" ma:index="14" nillable="true" ma:displayName="Priority" ma:format="Dropdown" ma:internalName="Priority" ma:percentage="FALSE">
      <xsd:simpleType>
        <xsd:restriction base="dms:Number"/>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fdf30fe-1347-464b-aacb-c31a0be721f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EpicName" ma:index="22" nillable="true" ma:displayName="Epic Name" ma:format="Dropdown" ma:internalName="EpicName">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5db5d7-b17b-4e0f-98c7-36fc6a5fdf3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b8cbaf-18a0-40ab-9f9f-b872637fc88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8b04d3c-c2a8-4084-8c3e-69287b2b1009}" ma:internalName="TaxCatchAll" ma:showField="CatchAllData" ma:web="4ec611b6-d788-4aee-9f26-3960cab378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6DC340-B0BC-4F20-8B5A-E7EDC4007479}">
  <ds:schemaRefs>
    <ds:schemaRef ds:uri="http://schemas.microsoft.com/sharepoint/v3/contenttype/forms"/>
  </ds:schemaRefs>
</ds:datastoreItem>
</file>

<file path=customXml/itemProps2.xml><?xml version="1.0" encoding="utf-8"?>
<ds:datastoreItem xmlns:ds="http://schemas.openxmlformats.org/officeDocument/2006/customXml" ds:itemID="{05363840-C1D5-4BB3-835B-ADDC36BC0151}">
  <ds:schemaRefs>
    <ds:schemaRef ds:uri="http://schemas.microsoft.com/office/2006/metadata/properties"/>
    <ds:schemaRef ds:uri="http://purl.org/dc/terms/"/>
    <ds:schemaRef ds:uri="4eb8cbaf-18a0-40ab-9f9f-b872637fc883"/>
    <ds:schemaRef ds:uri="http://schemas.microsoft.com/office/2006/documentManagement/types"/>
    <ds:schemaRef ds:uri="dfc4d910-acac-4a0f-810d-a52515534fbd"/>
    <ds:schemaRef ds:uri="http://purl.org/dc/dcmitype/"/>
    <ds:schemaRef ds:uri="http://schemas.microsoft.com/office/infopath/2007/PartnerControls"/>
    <ds:schemaRef ds:uri="http://purl.org/dc/elements/1.1/"/>
    <ds:schemaRef ds:uri="http://schemas.openxmlformats.org/package/2006/metadata/core-properties"/>
    <ds:schemaRef ds:uri="bf5db5d7-b17b-4e0f-98c7-36fc6a5fdf3a"/>
    <ds:schemaRef ds:uri="http://www.w3.org/XML/1998/namespace"/>
  </ds:schemaRefs>
</ds:datastoreItem>
</file>

<file path=customXml/itemProps3.xml><?xml version="1.0" encoding="utf-8"?>
<ds:datastoreItem xmlns:ds="http://schemas.openxmlformats.org/officeDocument/2006/customXml" ds:itemID="{33ECFE3F-C00D-4A5B-B90D-A2B6F1265CF1}">
  <ds:schemaRefs>
    <ds:schemaRef ds:uri="4eb8cbaf-18a0-40ab-9f9f-b872637fc883"/>
    <ds:schemaRef ds:uri="bf5db5d7-b17b-4e0f-98c7-36fc6a5fdf3a"/>
    <ds:schemaRef ds:uri="dfc4d910-acac-4a0f-810d-a52515534f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169_ppt_template_update_march_2024</Template>
  <TotalTime>14381</TotalTime>
  <Words>1282</Words>
  <Application>Microsoft Office PowerPoint</Application>
  <PresentationFormat>Custom</PresentationFormat>
  <Paragraphs>137</Paragraphs>
  <Slides>10</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Helvetica Neue Condensed Bold</vt:lpstr>
      <vt:lpstr>Helvetica Now Text</vt:lpstr>
      <vt:lpstr>Helvetica Now Text Light</vt:lpstr>
      <vt:lpstr>System Font Regular</vt:lpstr>
      <vt:lpstr>Wingdings</vt:lpstr>
      <vt:lpstr>Office Theme</vt:lpstr>
      <vt:lpstr>PowerPoint Presentation</vt:lpstr>
      <vt:lpstr>PowerPoint Presentation</vt:lpstr>
      <vt:lpstr>Placement Overview</vt:lpstr>
      <vt:lpstr>Executive Summary</vt:lpstr>
      <vt:lpstr>Highlights</vt:lpstr>
      <vt:lpstr>Carriers Approached and Outcomes</vt:lpstr>
      <vt:lpstr>Carrier Relationship and Distribution</vt:lpstr>
      <vt:lpstr>Key Partnerships</vt:lpstr>
      <vt:lpstr>Price and Supply Analysis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Dominic Richardson</dc:creator>
  <cp:keywords/>
  <dc:description/>
  <cp:lastModifiedBy>Viraj Vaghela</cp:lastModifiedBy>
  <cp:revision>8</cp:revision>
  <dcterms:created xsi:type="dcterms:W3CDTF">2024-08-12T11:59:12Z</dcterms:created>
  <dcterms:modified xsi:type="dcterms:W3CDTF">2025-01-23T09:56:41Z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0x01010087BD37C25BB7904D9016839265B9995A</vt:lpwstr>
  </property>
  <property fmtid="{D5CDD505-2E9C-101B-9397-08002B2CF9AE}" pid="3" name="MSIP_Label_fa45f789-1f0b-4e07-bb5a-5b7474c73833_SetDate">
    <vt:lpwstr>2024-09-27T16:32:02Z</vt:lpwstr>
  </property>
  <property fmtid="{D5CDD505-2E9C-101B-9397-08002B2CF9AE}" pid="4" name="MSIP_Label_875a5b46-6a40-4ffc-90be-3fcbddbfaaf1_SetDate">
    <vt:lpwstr>2024-09-27T16:32:02Z</vt:lpwstr>
  </property>
  <property fmtid="{D5CDD505-2E9C-101B-9397-08002B2CF9AE}" pid="5" name="MSIP_Label_875a5b46-6a40-4ffc-90be-3fcbddbfaaf1_Extended_MSFT_Method">
    <vt:lpwstr>Standard</vt:lpwstr>
  </property>
  <property fmtid="{D5CDD505-2E9C-101B-9397-08002B2CF9AE}" pid="6" name="Sensitivity">
    <vt:lpwstr>CONFIDENTIAL \ CONFIDENTIAL CONFIDENTIAL</vt:lpwstr>
  </property>
  <property fmtid="{D5CDD505-2E9C-101B-9397-08002B2CF9AE}" pid="7" name="MSIP_Label_fa45f789-1f0b-4e07-bb5a-5b7474c73833_Extended_MSFT_Method">
    <vt:lpwstr>Standard</vt:lpwstr>
  </property>
  <property fmtid="{D5CDD505-2E9C-101B-9397-08002B2CF9AE}" pid="8" name="MSIP_Label_fa45f789-1f0b-4e07-bb5a-5b7474c73833_ActionId">
    <vt:lpwstr>f2f74f7d-6c25-4afc-b4b2-1a017fa02f78</vt:lpwstr>
  </property>
  <property fmtid="{D5CDD505-2E9C-101B-9397-08002B2CF9AE}" pid="9" name="MSIP_Label_875a5b46-6a40-4ffc-90be-3fcbddbfaaf1_Parent">
    <vt:lpwstr>fa45f789-1f0b-4e07-bb5a-5b7474c73833</vt:lpwstr>
  </property>
  <property fmtid="{D5CDD505-2E9C-101B-9397-08002B2CF9AE}" pid="10" name="MSIP_Label_875a5b46-6a40-4ffc-90be-3fcbddbfaaf1_Name">
    <vt:lpwstr>CONFIDENTIAL \ CONFIDENTIAL</vt:lpwstr>
  </property>
  <property fmtid="{D5CDD505-2E9C-101B-9397-08002B2CF9AE}" pid="11" name="MSIP_Label_fa45f789-1f0b-4e07-bb5a-5b7474c73833_SiteId">
    <vt:lpwstr>94cfddbc-0627-494a-ad7a-29aea3aea832</vt:lpwstr>
  </property>
  <property fmtid="{D5CDD505-2E9C-101B-9397-08002B2CF9AE}" pid="12" name="MSIP_Label_fa45f789-1f0b-4e07-bb5a-5b7474c73833_Enabled">
    <vt:lpwstr>True</vt:lpwstr>
  </property>
  <property fmtid="{D5CDD505-2E9C-101B-9397-08002B2CF9AE}" pid="13" name="MSIP_Label_fa45f789-1f0b-4e07-bb5a-5b7474c73833_Name">
    <vt:lpwstr>CONFIDENTIAL</vt:lpwstr>
  </property>
  <property fmtid="{D5CDD505-2E9C-101B-9397-08002B2CF9AE}" pid="14" name="MSIP_Label_875a5b46-6a40-4ffc-90be-3fcbddbfaaf1_Removed">
    <vt:lpwstr>False</vt:lpwstr>
  </property>
  <property fmtid="{D5CDD505-2E9C-101B-9397-08002B2CF9AE}" pid="15" name="MSIP_Label_875a5b46-6a40-4ffc-90be-3fcbddbfaaf1_Enabled">
    <vt:lpwstr>True</vt:lpwstr>
  </property>
  <property fmtid="{D5CDD505-2E9C-101B-9397-08002B2CF9AE}" pid="16" name="MSIP_Label_875a5b46-6a40-4ffc-90be-3fcbddbfaaf1_ActionId">
    <vt:lpwstr>67b3e936-ebc9-4b37-8c03-f1ec4d23e4bf</vt:lpwstr>
  </property>
  <property fmtid="{D5CDD505-2E9C-101B-9397-08002B2CF9AE}" pid="17" name="MSIP_Label_875a5b46-6a40-4ffc-90be-3fcbddbfaaf1_SiteId">
    <vt:lpwstr>94cfddbc-0627-494a-ad7a-29aea3aea832</vt:lpwstr>
  </property>
</Properties>
</file>